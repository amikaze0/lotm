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wdp" ContentType="image/vnd.ms-photo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72" r:id="rId1"/>
  </p:sldMasterIdLst>
  <p:sldIdLst>
    <p:sldId id="260" r:id="rId2"/>
    <p:sldId id="259" r:id="rId3"/>
    <p:sldId id="258" r:id="rId4"/>
    <p:sldId id="261" r:id="rId5"/>
    <p:sldId id="262" r:id="rId6"/>
    <p:sldId id="263" r:id="rId7"/>
    <p:sldId id="264" r:id="rId8"/>
    <p:sldId id="265" r:id="rId9"/>
    <p:sldId id="266" r:id="rId10"/>
    <p:sldId id="267" r:id="rId11"/>
    <p:sldId id="257" r:id="rId12"/>
    <p:sldId id="268" r:id="rId13"/>
  </p:sldIdLst>
  <p:sldSz cx="12192000" cy="6858000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424F50"/>
    <a:srgbClr val="37434A"/>
    <a:srgbClr val="36434C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>
      <p:cViewPr>
        <p:scale>
          <a:sx n="75" d="100"/>
          <a:sy n="75" d="100"/>
        </p:scale>
        <p:origin x="1254" y="1506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tableStyles" Target="tableStyles.xml"/><Relationship Id="rId2" Type="http://schemas.openxmlformats.org/officeDocument/2006/relationships/slide" Target="slides/slide1.xml"/><Relationship Id="rId16" Type="http://schemas.openxmlformats.org/officeDocument/2006/relationships/theme" Target="theme/them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viewProps" Target="viewProps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presProps" Target="presProp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Титульный слайд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ru-RU"/>
              <a:t>Образец заголовка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ru-RU"/>
              <a:t>Образец подзаголовка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67B4FD0-6CA8-45C4-83F0-F96AAAAD46C2}" type="datetimeFigureOut">
              <a:rPr lang="ru-RU" smtClean="0"/>
              <a:t>10.12.2025</a:t>
            </a:fld>
            <a:endParaRPr lang="ru-RU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F661A48-1942-4A71-B586-E372018DEC72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112298867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Заголовок и объект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/>
              <a:t>Образец заголовка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67B4FD0-6CA8-45C4-83F0-F96AAAAD46C2}" type="datetimeFigureOut">
              <a:rPr lang="ru-RU" smtClean="0"/>
              <a:t>10.12.2025</a:t>
            </a:fld>
            <a:endParaRPr lang="ru-RU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F661A48-1942-4A71-B586-E372018DEC72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980095666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Заголовок раздела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ru-RU"/>
              <a:t>Образец заголовка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ru-RU"/>
              <a:t>Образец текста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67B4FD0-6CA8-45C4-83F0-F96AAAAD46C2}" type="datetimeFigureOut">
              <a:rPr lang="ru-RU" smtClean="0"/>
              <a:t>10.12.2025</a:t>
            </a:fld>
            <a:endParaRPr lang="ru-RU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F661A48-1942-4A71-B586-E372018DEC72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1137321189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Два объекта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/>
              <a:t>Образец заголовка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67B4FD0-6CA8-45C4-83F0-F96AAAAD46C2}" type="datetimeFigureOut">
              <a:rPr lang="ru-RU" smtClean="0"/>
              <a:t>10.12.2025</a:t>
            </a:fld>
            <a:endParaRPr lang="ru-RU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F661A48-1942-4A71-B586-E372018DEC72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2829811936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Сравнение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ru-RU"/>
              <a:t>Образец заголовка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ru-RU"/>
              <a:t>Образец текста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ru-RU"/>
              <a:t>Образец текста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67B4FD0-6CA8-45C4-83F0-F96AAAAD46C2}" type="datetimeFigureOut">
              <a:rPr lang="ru-RU" smtClean="0"/>
              <a:t>10.12.2025</a:t>
            </a:fld>
            <a:endParaRPr lang="ru-RU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F661A48-1942-4A71-B586-E372018DEC72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1261803461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Только заголовок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/>
              <a:t>Образец заголовка</a:t>
            </a: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67B4FD0-6CA8-45C4-83F0-F96AAAAD46C2}" type="datetimeFigureOut">
              <a:rPr lang="ru-RU" smtClean="0"/>
              <a:t>10.12.2025</a:t>
            </a:fld>
            <a:endParaRPr lang="ru-RU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F661A48-1942-4A71-B586-E372018DEC72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947288895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Пустой слайд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67B4FD0-6CA8-45C4-83F0-F96AAAAD46C2}" type="datetimeFigureOut">
              <a:rPr lang="ru-RU" smtClean="0"/>
              <a:t>10.12.2025</a:t>
            </a:fld>
            <a:endParaRPr lang="ru-RU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F661A48-1942-4A71-B586-E372018DEC72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2569813687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Объект с подписью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ru-RU"/>
              <a:t>Образец заголовка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ru-RU"/>
              <a:t>Образец текста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67B4FD0-6CA8-45C4-83F0-F96AAAAD46C2}" type="datetimeFigureOut">
              <a:rPr lang="ru-RU" smtClean="0"/>
              <a:t>10.12.2025</a:t>
            </a:fld>
            <a:endParaRPr lang="ru-RU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F661A48-1942-4A71-B586-E372018DEC72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3316154626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Рисунок с подписью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ru-RU"/>
              <a:t>Образец заголовка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 anchor="t"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ru-RU"/>
              <a:t>Вставка рисунка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ru-RU"/>
              <a:t>Образец текста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67B4FD0-6CA8-45C4-83F0-F96AAAAD46C2}" type="datetimeFigureOut">
              <a:rPr lang="ru-RU" smtClean="0"/>
              <a:t>10.12.2025</a:t>
            </a:fld>
            <a:endParaRPr lang="ru-RU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F661A48-1942-4A71-B586-E372018DEC72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558713076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Заголовок и вертикальный текст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/>
              <a:t>Образец заголовка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67B4FD0-6CA8-45C4-83F0-F96AAAAD46C2}" type="datetimeFigureOut">
              <a:rPr lang="ru-RU" smtClean="0"/>
              <a:t>10.12.2025</a:t>
            </a:fld>
            <a:endParaRPr lang="ru-RU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F661A48-1942-4A71-B586-E372018DEC72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94963212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Вертикальный заголовок и текст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ru-RU"/>
              <a:t>Образец заголовка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67B4FD0-6CA8-45C4-83F0-F96AAAAD46C2}" type="datetimeFigureOut">
              <a:rPr lang="ru-RU" smtClean="0"/>
              <a:t>10.12.2025</a:t>
            </a:fld>
            <a:endParaRPr lang="ru-RU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F661A48-1942-4A71-B586-E372018DEC72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1409198258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ru-RU"/>
              <a:t>Образец заголовка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D67B4FD0-6CA8-45C4-83F0-F96AAAAD46C2}" type="datetimeFigureOut">
              <a:rPr lang="ru-RU" smtClean="0"/>
              <a:t>10.12.2025</a:t>
            </a:fld>
            <a:endParaRPr lang="ru-RU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ru-RU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F661A48-1942-4A71-B586-E372018DEC72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1499853726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73" r:id="rId1"/>
    <p:sldLayoutId id="2147483674" r:id="rId2"/>
    <p:sldLayoutId id="2147483675" r:id="rId3"/>
    <p:sldLayoutId id="2147483676" r:id="rId4"/>
    <p:sldLayoutId id="2147483677" r:id="rId5"/>
    <p:sldLayoutId id="2147483678" r:id="rId6"/>
    <p:sldLayoutId id="2147483679" r:id="rId7"/>
    <p:sldLayoutId id="2147483680" r:id="rId8"/>
    <p:sldLayoutId id="2147483681" r:id="rId9"/>
    <p:sldLayoutId id="2147483682" r:id="rId10"/>
    <p:sldLayoutId id="2147483683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8" Type="http://schemas.openxmlformats.org/officeDocument/2006/relationships/image" Target="../media/image7.png"/><Relationship Id="rId13" Type="http://schemas.openxmlformats.org/officeDocument/2006/relationships/image" Target="../media/image12.png"/><Relationship Id="rId3" Type="http://schemas.openxmlformats.org/officeDocument/2006/relationships/image" Target="../media/image2.png"/><Relationship Id="rId7" Type="http://schemas.openxmlformats.org/officeDocument/2006/relationships/image" Target="../media/image6.png"/><Relationship Id="rId12" Type="http://schemas.openxmlformats.org/officeDocument/2006/relationships/image" Target="../media/image11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5.png"/><Relationship Id="rId11" Type="http://schemas.openxmlformats.org/officeDocument/2006/relationships/image" Target="../media/image10.png"/><Relationship Id="rId5" Type="http://schemas.openxmlformats.org/officeDocument/2006/relationships/image" Target="../media/image4.png"/><Relationship Id="rId10" Type="http://schemas.openxmlformats.org/officeDocument/2006/relationships/image" Target="../media/image9.png"/><Relationship Id="rId4" Type="http://schemas.openxmlformats.org/officeDocument/2006/relationships/image" Target="../media/image3.png"/><Relationship Id="rId9" Type="http://schemas.openxmlformats.org/officeDocument/2006/relationships/image" Target="../media/image8.png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14.png"/><Relationship Id="rId5" Type="http://schemas.openxmlformats.org/officeDocument/2006/relationships/slide" Target="slide3.xml"/><Relationship Id="rId4" Type="http://schemas.openxmlformats.org/officeDocument/2006/relationships/image" Target="../media/image13.png"/></Relationships>
</file>

<file path=ppt/slides/_rels/slide3.xml.rels><?xml version="1.0" encoding="UTF-8" standalone="yes"?>
<Relationships xmlns="http://schemas.openxmlformats.org/package/2006/relationships"><Relationship Id="rId8" Type="http://schemas.openxmlformats.org/officeDocument/2006/relationships/image" Target="../media/image18.png"/><Relationship Id="rId3" Type="http://schemas.openxmlformats.org/officeDocument/2006/relationships/image" Target="../media/image16.png"/><Relationship Id="rId7" Type="http://schemas.openxmlformats.org/officeDocument/2006/relationships/image" Target="../media/image17.png"/><Relationship Id="rId12" Type="http://schemas.microsoft.com/office/2007/relationships/hdphoto" Target="../media/hdphoto2.wdp"/><Relationship Id="rId2" Type="http://schemas.openxmlformats.org/officeDocument/2006/relationships/image" Target="../media/image15.png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14.png"/><Relationship Id="rId11" Type="http://schemas.openxmlformats.org/officeDocument/2006/relationships/image" Target="../media/image20.png"/><Relationship Id="rId5" Type="http://schemas.openxmlformats.org/officeDocument/2006/relationships/slide" Target="slide4.xml"/><Relationship Id="rId10" Type="http://schemas.microsoft.com/office/2007/relationships/hdphoto" Target="../media/hdphoto1.wdp"/><Relationship Id="rId4" Type="http://schemas.openxmlformats.org/officeDocument/2006/relationships/image" Target="../media/image13.png"/><Relationship Id="rId9" Type="http://schemas.openxmlformats.org/officeDocument/2006/relationships/image" Target="../media/image19.png"/></Relationships>
</file>

<file path=ppt/slides/_rels/slide4.xml.rels><?xml version="1.0" encoding="UTF-8" standalone="yes"?>
<Relationships xmlns="http://schemas.openxmlformats.org/package/2006/relationships"><Relationship Id="rId8" Type="http://schemas.openxmlformats.org/officeDocument/2006/relationships/image" Target="../media/image18.png"/><Relationship Id="rId3" Type="http://schemas.openxmlformats.org/officeDocument/2006/relationships/image" Target="../media/image16.png"/><Relationship Id="rId7" Type="http://schemas.openxmlformats.org/officeDocument/2006/relationships/image" Target="../media/image14.png"/><Relationship Id="rId12" Type="http://schemas.microsoft.com/office/2007/relationships/hdphoto" Target="../media/hdphoto2.wdp"/><Relationship Id="rId2" Type="http://schemas.openxmlformats.org/officeDocument/2006/relationships/image" Target="../media/image21.png"/><Relationship Id="rId1" Type="http://schemas.openxmlformats.org/officeDocument/2006/relationships/slideLayout" Target="../slideLayouts/slideLayout7.xml"/><Relationship Id="rId6" Type="http://schemas.openxmlformats.org/officeDocument/2006/relationships/slide" Target="slide5.xml"/><Relationship Id="rId11" Type="http://schemas.openxmlformats.org/officeDocument/2006/relationships/image" Target="../media/image20.png"/><Relationship Id="rId5" Type="http://schemas.openxmlformats.org/officeDocument/2006/relationships/image" Target="../media/image13.png"/><Relationship Id="rId10" Type="http://schemas.microsoft.com/office/2007/relationships/hdphoto" Target="../media/hdphoto1.wdp"/><Relationship Id="rId4" Type="http://schemas.openxmlformats.org/officeDocument/2006/relationships/image" Target="../media/image22.png"/><Relationship Id="rId9" Type="http://schemas.openxmlformats.org/officeDocument/2006/relationships/image" Target="../media/image19.png"/></Relationships>
</file>

<file path=ppt/slides/_rels/slide5.xml.rels><?xml version="1.0" encoding="UTF-8" standalone="yes"?>
<Relationships xmlns="http://schemas.openxmlformats.org/package/2006/relationships"><Relationship Id="rId8" Type="http://schemas.openxmlformats.org/officeDocument/2006/relationships/image" Target="../media/image18.png"/><Relationship Id="rId3" Type="http://schemas.openxmlformats.org/officeDocument/2006/relationships/image" Target="../media/image24.png"/><Relationship Id="rId7" Type="http://schemas.openxmlformats.org/officeDocument/2006/relationships/image" Target="../media/image14.png"/><Relationship Id="rId12" Type="http://schemas.microsoft.com/office/2007/relationships/hdphoto" Target="../media/hdphoto2.wdp"/><Relationship Id="rId2" Type="http://schemas.openxmlformats.org/officeDocument/2006/relationships/image" Target="../media/image23.png"/><Relationship Id="rId1" Type="http://schemas.openxmlformats.org/officeDocument/2006/relationships/slideLayout" Target="../slideLayouts/slideLayout7.xml"/><Relationship Id="rId6" Type="http://schemas.openxmlformats.org/officeDocument/2006/relationships/slide" Target="slide6.xml"/><Relationship Id="rId11" Type="http://schemas.openxmlformats.org/officeDocument/2006/relationships/image" Target="../media/image20.png"/><Relationship Id="rId5" Type="http://schemas.openxmlformats.org/officeDocument/2006/relationships/image" Target="../media/image13.png"/><Relationship Id="rId10" Type="http://schemas.microsoft.com/office/2007/relationships/hdphoto" Target="../media/hdphoto1.wdp"/><Relationship Id="rId4" Type="http://schemas.openxmlformats.org/officeDocument/2006/relationships/image" Target="../media/image25.png"/><Relationship Id="rId9" Type="http://schemas.openxmlformats.org/officeDocument/2006/relationships/image" Target="../media/image19.png"/></Relationships>
</file>

<file path=ppt/slides/_rels/slide6.xml.rels><?xml version="1.0" encoding="UTF-8" standalone="yes"?>
<Relationships xmlns="http://schemas.openxmlformats.org/package/2006/relationships"><Relationship Id="rId8" Type="http://schemas.openxmlformats.org/officeDocument/2006/relationships/image" Target="../media/image18.png"/><Relationship Id="rId3" Type="http://schemas.openxmlformats.org/officeDocument/2006/relationships/image" Target="../media/image27.png"/><Relationship Id="rId7" Type="http://schemas.openxmlformats.org/officeDocument/2006/relationships/image" Target="../media/image14.png"/><Relationship Id="rId12" Type="http://schemas.microsoft.com/office/2007/relationships/hdphoto" Target="../media/hdphoto2.wdp"/><Relationship Id="rId2" Type="http://schemas.openxmlformats.org/officeDocument/2006/relationships/image" Target="../media/image26.png"/><Relationship Id="rId1" Type="http://schemas.openxmlformats.org/officeDocument/2006/relationships/slideLayout" Target="../slideLayouts/slideLayout7.xml"/><Relationship Id="rId6" Type="http://schemas.openxmlformats.org/officeDocument/2006/relationships/slide" Target="slide7.xml"/><Relationship Id="rId11" Type="http://schemas.openxmlformats.org/officeDocument/2006/relationships/image" Target="../media/image20.png"/><Relationship Id="rId5" Type="http://schemas.openxmlformats.org/officeDocument/2006/relationships/image" Target="../media/image13.png"/><Relationship Id="rId10" Type="http://schemas.microsoft.com/office/2007/relationships/hdphoto" Target="../media/hdphoto1.wdp"/><Relationship Id="rId4" Type="http://schemas.openxmlformats.org/officeDocument/2006/relationships/image" Target="../media/image28.png"/><Relationship Id="rId9" Type="http://schemas.openxmlformats.org/officeDocument/2006/relationships/image" Target="../media/image19.png"/></Relationships>
</file>

<file path=ppt/slides/_rels/slide7.xml.rels><?xml version="1.0" encoding="UTF-8" standalone="yes"?>
<Relationships xmlns="http://schemas.openxmlformats.org/package/2006/relationships"><Relationship Id="rId8" Type="http://schemas.openxmlformats.org/officeDocument/2006/relationships/image" Target="../media/image18.png"/><Relationship Id="rId3" Type="http://schemas.openxmlformats.org/officeDocument/2006/relationships/image" Target="../media/image25.png"/><Relationship Id="rId7" Type="http://schemas.openxmlformats.org/officeDocument/2006/relationships/image" Target="../media/image14.png"/><Relationship Id="rId12" Type="http://schemas.microsoft.com/office/2007/relationships/hdphoto" Target="../media/hdphoto2.wdp"/><Relationship Id="rId2" Type="http://schemas.openxmlformats.org/officeDocument/2006/relationships/image" Target="../media/image29.png"/><Relationship Id="rId1" Type="http://schemas.openxmlformats.org/officeDocument/2006/relationships/slideLayout" Target="../slideLayouts/slideLayout7.xml"/><Relationship Id="rId6" Type="http://schemas.openxmlformats.org/officeDocument/2006/relationships/slide" Target="slide8.xml"/><Relationship Id="rId11" Type="http://schemas.openxmlformats.org/officeDocument/2006/relationships/image" Target="../media/image20.png"/><Relationship Id="rId5" Type="http://schemas.openxmlformats.org/officeDocument/2006/relationships/image" Target="../media/image13.png"/><Relationship Id="rId10" Type="http://schemas.microsoft.com/office/2007/relationships/hdphoto" Target="../media/hdphoto1.wdp"/><Relationship Id="rId4" Type="http://schemas.openxmlformats.org/officeDocument/2006/relationships/image" Target="../media/image30.png"/><Relationship Id="rId9" Type="http://schemas.openxmlformats.org/officeDocument/2006/relationships/image" Target="../media/image19.png"/></Relationships>
</file>

<file path=ppt/slides/_rels/slide8.xml.rels><?xml version="1.0" encoding="UTF-8" standalone="yes"?>
<Relationships xmlns="http://schemas.openxmlformats.org/package/2006/relationships"><Relationship Id="rId8" Type="http://schemas.openxmlformats.org/officeDocument/2006/relationships/image" Target="../media/image18.png"/><Relationship Id="rId3" Type="http://schemas.openxmlformats.org/officeDocument/2006/relationships/image" Target="../media/image32.png"/><Relationship Id="rId7" Type="http://schemas.openxmlformats.org/officeDocument/2006/relationships/image" Target="../media/image14.png"/><Relationship Id="rId12" Type="http://schemas.microsoft.com/office/2007/relationships/hdphoto" Target="../media/hdphoto2.wdp"/><Relationship Id="rId2" Type="http://schemas.openxmlformats.org/officeDocument/2006/relationships/image" Target="../media/image31.png"/><Relationship Id="rId1" Type="http://schemas.openxmlformats.org/officeDocument/2006/relationships/slideLayout" Target="../slideLayouts/slideLayout7.xml"/><Relationship Id="rId6" Type="http://schemas.openxmlformats.org/officeDocument/2006/relationships/slide" Target="slide9.xml"/><Relationship Id="rId11" Type="http://schemas.openxmlformats.org/officeDocument/2006/relationships/image" Target="../media/image20.png"/><Relationship Id="rId5" Type="http://schemas.openxmlformats.org/officeDocument/2006/relationships/image" Target="../media/image13.png"/><Relationship Id="rId10" Type="http://schemas.microsoft.com/office/2007/relationships/hdphoto" Target="../media/hdphoto1.wdp"/><Relationship Id="rId4" Type="http://schemas.openxmlformats.org/officeDocument/2006/relationships/image" Target="../media/image28.png"/><Relationship Id="rId9" Type="http://schemas.openxmlformats.org/officeDocument/2006/relationships/image" Target="../media/image19.png"/></Relationships>
</file>

<file path=ppt/slides/_rels/slide9.xml.rels><?xml version="1.0" encoding="UTF-8" standalone="yes"?>
<Relationships xmlns="http://schemas.openxmlformats.org/package/2006/relationships"><Relationship Id="rId8" Type="http://schemas.openxmlformats.org/officeDocument/2006/relationships/image" Target="../media/image18.png"/><Relationship Id="rId3" Type="http://schemas.openxmlformats.org/officeDocument/2006/relationships/image" Target="../media/image25.png"/><Relationship Id="rId7" Type="http://schemas.openxmlformats.org/officeDocument/2006/relationships/image" Target="../media/image14.png"/><Relationship Id="rId12" Type="http://schemas.microsoft.com/office/2007/relationships/hdphoto" Target="../media/hdphoto2.wdp"/><Relationship Id="rId2" Type="http://schemas.openxmlformats.org/officeDocument/2006/relationships/image" Target="../media/image33.png"/><Relationship Id="rId1" Type="http://schemas.openxmlformats.org/officeDocument/2006/relationships/slideLayout" Target="../slideLayouts/slideLayout7.xml"/><Relationship Id="rId6" Type="http://schemas.openxmlformats.org/officeDocument/2006/relationships/slide" Target="slide10.xml"/><Relationship Id="rId11" Type="http://schemas.openxmlformats.org/officeDocument/2006/relationships/image" Target="../media/image20.png"/><Relationship Id="rId5" Type="http://schemas.openxmlformats.org/officeDocument/2006/relationships/image" Target="../media/image13.png"/><Relationship Id="rId10" Type="http://schemas.microsoft.com/office/2007/relationships/hdphoto" Target="../media/hdphoto1.wdp"/><Relationship Id="rId4" Type="http://schemas.openxmlformats.org/officeDocument/2006/relationships/image" Target="../media/image22.png"/><Relationship Id="rId9" Type="http://schemas.openxmlformats.org/officeDocument/2006/relationships/image" Target="../media/image19.png"/></Relationships>
</file>

<file path=ppt/slides/_rels/slide10.xml.rels><?xml version="1.0" encoding="UTF-8" standalone="yes"?>
<Relationships xmlns="http://schemas.openxmlformats.org/package/2006/relationships"><Relationship Id="rId8" Type="http://schemas.openxmlformats.org/officeDocument/2006/relationships/image" Target="../media/image18.png"/><Relationship Id="rId3" Type="http://schemas.openxmlformats.org/officeDocument/2006/relationships/image" Target="../media/image28.png"/><Relationship Id="rId7" Type="http://schemas.openxmlformats.org/officeDocument/2006/relationships/image" Target="../media/image14.png"/><Relationship Id="rId12" Type="http://schemas.microsoft.com/office/2007/relationships/hdphoto" Target="../media/hdphoto2.wdp"/><Relationship Id="rId2" Type="http://schemas.openxmlformats.org/officeDocument/2006/relationships/image" Target="../media/image34.png"/><Relationship Id="rId1" Type="http://schemas.openxmlformats.org/officeDocument/2006/relationships/slideLayout" Target="../slideLayouts/slideLayout7.xml"/><Relationship Id="rId6" Type="http://schemas.openxmlformats.org/officeDocument/2006/relationships/slide" Target="slide11.xml"/><Relationship Id="rId11" Type="http://schemas.openxmlformats.org/officeDocument/2006/relationships/image" Target="../media/image20.png"/><Relationship Id="rId5" Type="http://schemas.openxmlformats.org/officeDocument/2006/relationships/image" Target="../media/image13.png"/><Relationship Id="rId10" Type="http://schemas.microsoft.com/office/2007/relationships/hdphoto" Target="../media/hdphoto1.wdp"/><Relationship Id="rId4" Type="http://schemas.openxmlformats.org/officeDocument/2006/relationships/image" Target="../media/image30.png"/><Relationship Id="rId9" Type="http://schemas.openxmlformats.org/officeDocument/2006/relationships/image" Target="../media/image19.png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3.png"/><Relationship Id="rId7" Type="http://schemas.openxmlformats.org/officeDocument/2006/relationships/image" Target="../media/image35.png"/><Relationship Id="rId2" Type="http://schemas.openxmlformats.org/officeDocument/2006/relationships/image" Target="../media/image30.png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18.png"/><Relationship Id="rId5" Type="http://schemas.openxmlformats.org/officeDocument/2006/relationships/image" Target="../media/image14.png"/><Relationship Id="rId4" Type="http://schemas.openxmlformats.org/officeDocument/2006/relationships/slide" Target="slide12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image" Target="../media/image36.png"/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Рисунок 1">
            <a:extLst>
              <a:ext uri="{FF2B5EF4-FFF2-40B4-BE49-F238E27FC236}">
                <a16:creationId xmlns:a16="http://schemas.microsoft.com/office/drawing/2014/main" id="{E5E5B257-0860-4FF5-8383-B9C2948635D4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-1"/>
            <a:ext cx="12192000" cy="7615915"/>
          </a:xfrm>
          <a:prstGeom prst="rect">
            <a:avLst/>
          </a:prstGeom>
        </p:spPr>
      </p:pic>
      <p:pic>
        <p:nvPicPr>
          <p:cNvPr id="3" name="Рисунок 2">
            <a:extLst>
              <a:ext uri="{FF2B5EF4-FFF2-40B4-BE49-F238E27FC236}">
                <a16:creationId xmlns:a16="http://schemas.microsoft.com/office/drawing/2014/main" id="{A70AE179-8EC5-49E2-AFCD-2FE611C3D99D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80127" y="182492"/>
            <a:ext cx="5815873" cy="1819041"/>
          </a:xfrm>
          <a:prstGeom prst="rect">
            <a:avLst/>
          </a:prstGeom>
          <a:noFill/>
          <a:effectLst>
            <a:glow rad="927100">
              <a:schemeClr val="bg1">
                <a:alpha val="17000"/>
              </a:schemeClr>
            </a:glow>
            <a:outerShdw blurRad="279400" dist="50800" dir="5400000" algn="ctr" rotWithShape="0">
              <a:schemeClr val="tx2">
                <a:lumMod val="20000"/>
                <a:lumOff val="80000"/>
              </a:schemeClr>
            </a:outerShdw>
            <a:reflection blurRad="6350" stA="52000" endA="300" endPos="35000" dir="5400000" sy="-100000" algn="bl" rotWithShape="0"/>
            <a:softEdge rad="0"/>
          </a:effectLst>
          <a:scene3d>
            <a:camera prst="orthographicFront">
              <a:rot lat="0" lon="0" rev="0"/>
            </a:camera>
            <a:lightRig rig="threePt" dir="t">
              <a:rot lat="0" lon="0" rev="0"/>
            </a:lightRig>
          </a:scene3d>
          <a:sp3d/>
        </p:spPr>
      </p:pic>
      <p:sp>
        <p:nvSpPr>
          <p:cNvPr id="4" name="TextBox 3">
            <a:extLst>
              <a:ext uri="{FF2B5EF4-FFF2-40B4-BE49-F238E27FC236}">
                <a16:creationId xmlns:a16="http://schemas.microsoft.com/office/drawing/2014/main" id="{00A2F529-FB54-4375-B50C-743ED0499754}"/>
              </a:ext>
            </a:extLst>
          </p:cNvPr>
          <p:cNvSpPr txBox="1"/>
          <p:nvPr/>
        </p:nvSpPr>
        <p:spPr>
          <a:xfrm>
            <a:off x="933103" y="485008"/>
            <a:ext cx="4832825" cy="120032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ru-RU" dirty="0">
                <a:latin typeface="Bahnschrift SemiCondensed" panose="020B0502040204020203" pitchFamily="34" charset="0"/>
              </a:rPr>
              <a:t>Приветствую, мой дорогой последователь, прежде, чем начнешь игру, тебе нужно установить связь со мной. Выполнить ритуал. Требование всего одно. Воспой мое имя:</a:t>
            </a:r>
            <a:r>
              <a:rPr lang="en-US" dirty="0">
                <a:latin typeface="Bahnschrift SemiCondensed" panose="020B0502040204020203" pitchFamily="34" charset="0"/>
              </a:rPr>
              <a:t> </a:t>
            </a:r>
            <a:endParaRPr lang="ru-RU" dirty="0">
              <a:latin typeface="Bahnschrift SemiCondensed" panose="020B0502040204020203" pitchFamily="34" charset="0"/>
            </a:endParaRPr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ACE9A696-A61F-4979-B1E6-0FB158BE3952}"/>
              </a:ext>
            </a:extLst>
          </p:cNvPr>
          <p:cNvSpPr txBox="1"/>
          <p:nvPr/>
        </p:nvSpPr>
        <p:spPr>
          <a:xfrm>
            <a:off x="2035343" y="115676"/>
            <a:ext cx="2305439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ru-RU" dirty="0">
                <a:latin typeface="Bahnschrift SemiCondensed" panose="020B0502040204020203" pitchFamily="34" charset="0"/>
              </a:rPr>
              <a:t>Игра </a:t>
            </a:r>
            <a:r>
              <a:rPr lang="en-US" dirty="0">
                <a:latin typeface="Bahnschrift SemiCondensed" panose="020B0502040204020203" pitchFamily="34" charset="0"/>
              </a:rPr>
              <a:t>“</a:t>
            </a:r>
            <a:r>
              <a:rPr lang="ru-RU" dirty="0">
                <a:latin typeface="Bahnschrift SemiCondensed" panose="020B0502040204020203" pitchFamily="34" charset="0"/>
              </a:rPr>
              <a:t>Выбор за тобой</a:t>
            </a:r>
            <a:r>
              <a:rPr lang="en-US" dirty="0">
                <a:latin typeface="Bahnschrift SemiCondensed" panose="020B0502040204020203" pitchFamily="34" charset="0"/>
              </a:rPr>
              <a:t>”</a:t>
            </a:r>
            <a:endParaRPr lang="ru-RU" dirty="0">
              <a:latin typeface="Bahnschrift SemiCondensed" panose="020B0502040204020203" pitchFamily="34" charset="0"/>
            </a:endParaRPr>
          </a:p>
        </p:txBody>
      </p:sp>
      <p:pic>
        <p:nvPicPr>
          <p:cNvPr id="30" name="Рисунок 29">
            <a:extLst>
              <a:ext uri="{FF2B5EF4-FFF2-40B4-BE49-F238E27FC236}">
                <a16:creationId xmlns:a16="http://schemas.microsoft.com/office/drawing/2014/main" id="{160FC7F7-0005-49C4-86EF-031AD7193EC5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707739" y="2056579"/>
            <a:ext cx="2362924" cy="604796"/>
          </a:xfrm>
          <a:prstGeom prst="rect">
            <a:avLst/>
          </a:prstGeom>
          <a:effectLst>
            <a:glow>
              <a:schemeClr val="accent1">
                <a:alpha val="40000"/>
              </a:schemeClr>
            </a:glow>
            <a:outerShdw blurRad="190500" dist="50800" dir="5400000" sx="1000" sy="1000" algn="ctr" rotWithShape="0">
              <a:srgbClr val="000000">
                <a:alpha val="93000"/>
              </a:srgbClr>
            </a:outerShdw>
          </a:effectLst>
        </p:spPr>
      </p:pic>
      <p:pic>
        <p:nvPicPr>
          <p:cNvPr id="31" name="Рисунок 30">
            <a:extLst>
              <a:ext uri="{FF2B5EF4-FFF2-40B4-BE49-F238E27FC236}">
                <a16:creationId xmlns:a16="http://schemas.microsoft.com/office/drawing/2014/main" id="{91E43618-E655-40C2-8493-1DE07FD794D7}"/>
              </a:ext>
            </a:extLst>
          </p:cNvPr>
          <p:cNvPicPr>
            <a:picLocks noChangeAspect="1"/>
          </p:cNvPicPr>
          <p:nvPr/>
        </p:nvPicPr>
        <p:blipFill rotWithShape="1">
          <a:blip r:embed="rId5"/>
          <a:srcRect b="7186"/>
          <a:stretch/>
        </p:blipFill>
        <p:spPr>
          <a:xfrm>
            <a:off x="734121" y="2732575"/>
            <a:ext cx="2679388" cy="580920"/>
          </a:xfrm>
          <a:prstGeom prst="rect">
            <a:avLst/>
          </a:prstGeom>
          <a:effectLst>
            <a:glow>
              <a:schemeClr val="accent1">
                <a:alpha val="40000"/>
              </a:schemeClr>
            </a:glow>
            <a:outerShdw blurRad="190500" dist="50800" dir="5400000" sx="1000" sy="1000" algn="ctr" rotWithShape="0">
              <a:srgbClr val="000000">
                <a:alpha val="93000"/>
              </a:srgbClr>
            </a:outerShdw>
          </a:effectLst>
        </p:spPr>
      </p:pic>
      <p:pic>
        <p:nvPicPr>
          <p:cNvPr id="32" name="Рисунок 31">
            <a:extLst>
              <a:ext uri="{FF2B5EF4-FFF2-40B4-BE49-F238E27FC236}">
                <a16:creationId xmlns:a16="http://schemas.microsoft.com/office/drawing/2014/main" id="{19129B75-09A4-4011-9BC5-781B0281B944}"/>
              </a:ext>
            </a:extLst>
          </p:cNvPr>
          <p:cNvPicPr>
            <a:picLocks noChangeAspect="1"/>
          </p:cNvPicPr>
          <p:nvPr/>
        </p:nvPicPr>
        <p:blipFill rotWithShape="1">
          <a:blip r:embed="rId6"/>
          <a:srcRect b="7436"/>
          <a:stretch/>
        </p:blipFill>
        <p:spPr>
          <a:xfrm>
            <a:off x="734121" y="3392417"/>
            <a:ext cx="3150566" cy="559824"/>
          </a:xfrm>
          <a:prstGeom prst="rect">
            <a:avLst/>
          </a:prstGeom>
          <a:effectLst>
            <a:glow>
              <a:schemeClr val="accent1">
                <a:alpha val="40000"/>
              </a:schemeClr>
            </a:glow>
            <a:outerShdw blurRad="190500" dist="50800" dir="5400000" sx="1000" sy="1000" algn="ctr" rotWithShape="0">
              <a:srgbClr val="000000">
                <a:alpha val="93000"/>
              </a:srgbClr>
            </a:outerShdw>
          </a:effectLst>
        </p:spPr>
      </p:pic>
      <p:pic>
        <p:nvPicPr>
          <p:cNvPr id="33" name="Рисунок 32">
            <a:extLst>
              <a:ext uri="{FF2B5EF4-FFF2-40B4-BE49-F238E27FC236}">
                <a16:creationId xmlns:a16="http://schemas.microsoft.com/office/drawing/2014/main" id="{B138C0C2-48A5-46A7-ACA4-E9ECA251B411}"/>
              </a:ext>
            </a:extLst>
          </p:cNvPr>
          <p:cNvPicPr>
            <a:picLocks noChangeAspect="1"/>
          </p:cNvPicPr>
          <p:nvPr/>
        </p:nvPicPr>
        <p:blipFill rotWithShape="1">
          <a:blip r:embed="rId7"/>
          <a:srcRect t="6593" b="11340"/>
          <a:stretch/>
        </p:blipFill>
        <p:spPr>
          <a:xfrm>
            <a:off x="731626" y="4006866"/>
            <a:ext cx="3249018" cy="559824"/>
          </a:xfrm>
          <a:prstGeom prst="rect">
            <a:avLst/>
          </a:prstGeom>
          <a:effectLst>
            <a:glow>
              <a:schemeClr val="accent1">
                <a:alpha val="40000"/>
              </a:schemeClr>
            </a:glow>
            <a:outerShdw blurRad="190500" dist="50800" dir="5400000" sx="1000" sy="1000" algn="ctr" rotWithShape="0">
              <a:srgbClr val="000000">
                <a:alpha val="93000"/>
              </a:srgbClr>
            </a:outerShdw>
          </a:effectLst>
        </p:spPr>
      </p:pic>
      <p:pic>
        <p:nvPicPr>
          <p:cNvPr id="34" name="Рисунок 33">
            <a:extLst>
              <a:ext uri="{FF2B5EF4-FFF2-40B4-BE49-F238E27FC236}">
                <a16:creationId xmlns:a16="http://schemas.microsoft.com/office/drawing/2014/main" id="{62028DDE-6D6C-49A5-95A5-F5FE166C9E3A}"/>
              </a:ext>
            </a:extLst>
          </p:cNvPr>
          <p:cNvPicPr>
            <a:picLocks noChangeAspect="1"/>
          </p:cNvPicPr>
          <p:nvPr/>
        </p:nvPicPr>
        <p:blipFill rotWithShape="1">
          <a:blip r:embed="rId8"/>
          <a:srcRect t="1" b="5881"/>
          <a:stretch/>
        </p:blipFill>
        <p:spPr>
          <a:xfrm>
            <a:off x="731626" y="4613065"/>
            <a:ext cx="1167398" cy="225042"/>
          </a:xfrm>
          <a:prstGeom prst="rect">
            <a:avLst/>
          </a:prstGeom>
          <a:effectLst>
            <a:glow>
              <a:schemeClr val="accent1">
                <a:alpha val="40000"/>
              </a:schemeClr>
            </a:glow>
            <a:outerShdw blurRad="190500" dist="50800" dir="5400000" sx="1000" sy="1000" algn="ctr" rotWithShape="0">
              <a:srgbClr val="000000">
                <a:alpha val="93000"/>
              </a:srgbClr>
            </a:outerShdw>
          </a:effectLst>
        </p:spPr>
      </p:pic>
      <p:pic>
        <p:nvPicPr>
          <p:cNvPr id="35" name="Рисунок 34">
            <a:extLst>
              <a:ext uri="{FF2B5EF4-FFF2-40B4-BE49-F238E27FC236}">
                <a16:creationId xmlns:a16="http://schemas.microsoft.com/office/drawing/2014/main" id="{184E4B1B-A512-48E8-826E-3E8C9D6DDA15}"/>
              </a:ext>
            </a:extLst>
          </p:cNvPr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2013047" y="4626488"/>
            <a:ext cx="1139268" cy="225040"/>
          </a:xfrm>
          <a:prstGeom prst="rect">
            <a:avLst/>
          </a:prstGeom>
          <a:effectLst>
            <a:glow>
              <a:schemeClr val="accent1">
                <a:alpha val="40000"/>
              </a:schemeClr>
            </a:glow>
            <a:outerShdw blurRad="190500" dist="50800" dir="5400000" sx="1000" sy="1000" algn="ctr" rotWithShape="0">
              <a:srgbClr val="000000">
                <a:alpha val="93000"/>
              </a:srgbClr>
            </a:outerShdw>
          </a:effectLst>
        </p:spPr>
      </p:pic>
      <p:pic>
        <p:nvPicPr>
          <p:cNvPr id="36" name="Рисунок 35">
            <a:extLst>
              <a:ext uri="{FF2B5EF4-FFF2-40B4-BE49-F238E27FC236}">
                <a16:creationId xmlns:a16="http://schemas.microsoft.com/office/drawing/2014/main" id="{9F4CA27E-4829-4C95-B025-64B720B4518C}"/>
              </a:ext>
            </a:extLst>
          </p:cNvPr>
          <p:cNvPicPr>
            <a:picLocks noChangeAspect="1"/>
          </p:cNvPicPr>
          <p:nvPr/>
        </p:nvPicPr>
        <p:blipFill>
          <a:blip r:embed="rId10"/>
          <a:stretch>
            <a:fillRect/>
          </a:stretch>
        </p:blipFill>
        <p:spPr>
          <a:xfrm>
            <a:off x="750961" y="4876428"/>
            <a:ext cx="1870648" cy="203944"/>
          </a:xfrm>
          <a:prstGeom prst="rect">
            <a:avLst/>
          </a:prstGeom>
          <a:effectLst>
            <a:glow>
              <a:schemeClr val="accent1">
                <a:alpha val="40000"/>
              </a:schemeClr>
            </a:glow>
            <a:outerShdw blurRad="190500" dist="50800" dir="5400000" sx="1000" sy="1000" algn="ctr" rotWithShape="0">
              <a:srgbClr val="000000">
                <a:alpha val="93000"/>
              </a:srgbClr>
            </a:outerShdw>
          </a:effectLst>
        </p:spPr>
      </p:pic>
      <p:pic>
        <p:nvPicPr>
          <p:cNvPr id="37" name="Рисунок 36">
            <a:extLst>
              <a:ext uri="{FF2B5EF4-FFF2-40B4-BE49-F238E27FC236}">
                <a16:creationId xmlns:a16="http://schemas.microsoft.com/office/drawing/2014/main" id="{1E409BD1-CF38-4C89-8DFF-7097DF682D7E}"/>
              </a:ext>
            </a:extLst>
          </p:cNvPr>
          <p:cNvPicPr>
            <a:picLocks noChangeAspect="1"/>
          </p:cNvPicPr>
          <p:nvPr/>
        </p:nvPicPr>
        <p:blipFill>
          <a:blip r:embed="rId11"/>
          <a:stretch>
            <a:fillRect/>
          </a:stretch>
        </p:blipFill>
        <p:spPr>
          <a:xfrm>
            <a:off x="750961" y="5094637"/>
            <a:ext cx="2412152" cy="548536"/>
          </a:xfrm>
          <a:prstGeom prst="rect">
            <a:avLst/>
          </a:prstGeom>
          <a:effectLst>
            <a:glow>
              <a:schemeClr val="accent1">
                <a:alpha val="40000"/>
              </a:schemeClr>
            </a:glow>
            <a:outerShdw blurRad="190500" dist="50800" dir="5400000" sx="1000" sy="1000" algn="ctr" rotWithShape="0">
              <a:srgbClr val="000000">
                <a:alpha val="93000"/>
              </a:srgbClr>
            </a:outerShdw>
          </a:effectLst>
        </p:spPr>
      </p:pic>
      <p:pic>
        <p:nvPicPr>
          <p:cNvPr id="38" name="Рисунок 37">
            <a:extLst>
              <a:ext uri="{FF2B5EF4-FFF2-40B4-BE49-F238E27FC236}">
                <a16:creationId xmlns:a16="http://schemas.microsoft.com/office/drawing/2014/main" id="{A0F2BB3F-500C-4113-84A0-9E2A57B7EEA8}"/>
              </a:ext>
            </a:extLst>
          </p:cNvPr>
          <p:cNvPicPr>
            <a:picLocks noChangeAspect="1"/>
          </p:cNvPicPr>
          <p:nvPr/>
        </p:nvPicPr>
        <p:blipFill>
          <a:blip r:embed="rId12"/>
          <a:stretch>
            <a:fillRect/>
          </a:stretch>
        </p:blipFill>
        <p:spPr>
          <a:xfrm>
            <a:off x="790382" y="5690339"/>
            <a:ext cx="2566866" cy="534470"/>
          </a:xfrm>
          <a:prstGeom prst="rect">
            <a:avLst/>
          </a:prstGeom>
          <a:effectLst>
            <a:glow>
              <a:schemeClr val="accent1">
                <a:alpha val="40000"/>
              </a:schemeClr>
            </a:glow>
            <a:outerShdw blurRad="190500" dist="50800" dir="5400000" sx="1000" sy="1000" algn="ctr" rotWithShape="0">
              <a:srgbClr val="000000">
                <a:alpha val="93000"/>
              </a:srgbClr>
            </a:outerShdw>
          </a:effectLst>
        </p:spPr>
      </p:pic>
      <p:pic>
        <p:nvPicPr>
          <p:cNvPr id="39" name="Рисунок 38">
            <a:extLst>
              <a:ext uri="{FF2B5EF4-FFF2-40B4-BE49-F238E27FC236}">
                <a16:creationId xmlns:a16="http://schemas.microsoft.com/office/drawing/2014/main" id="{0A837D9C-B0AC-40BC-8E46-CAC0FE2BC623}"/>
              </a:ext>
            </a:extLst>
          </p:cNvPr>
          <p:cNvPicPr>
            <a:picLocks noChangeAspect="1"/>
          </p:cNvPicPr>
          <p:nvPr/>
        </p:nvPicPr>
        <p:blipFill rotWithShape="1">
          <a:blip r:embed="rId13"/>
          <a:srcRect t="5287" b="6771"/>
          <a:stretch/>
        </p:blipFill>
        <p:spPr>
          <a:xfrm>
            <a:off x="790588" y="6271975"/>
            <a:ext cx="2489510" cy="519502"/>
          </a:xfrm>
          <a:prstGeom prst="rect">
            <a:avLst/>
          </a:prstGeom>
          <a:effectLst>
            <a:glow>
              <a:schemeClr val="accent1">
                <a:alpha val="40000"/>
              </a:schemeClr>
            </a:glow>
            <a:outerShdw blurRad="190500" dist="50800" dir="5400000" sx="1000" sy="1000" algn="ctr" rotWithShape="0">
              <a:srgbClr val="000000">
                <a:alpha val="93000"/>
              </a:srgbClr>
            </a:outerShdw>
          </a:effectLst>
        </p:spPr>
      </p:pic>
    </p:spTree>
    <p:extLst>
      <p:ext uri="{BB962C8B-B14F-4D97-AF65-F5344CB8AC3E}">
        <p14:creationId xmlns:p14="http://schemas.microsoft.com/office/powerpoint/2010/main" val="3097195050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Рисунок 1">
            <a:extLst>
              <a:ext uri="{FF2B5EF4-FFF2-40B4-BE49-F238E27FC236}">
                <a16:creationId xmlns:a16="http://schemas.microsoft.com/office/drawing/2014/main" id="{E5E5B257-0860-4FF5-8383-B9C2948635D4}"/>
              </a:ext>
            </a:extLst>
          </p:cNvPr>
          <p:cNvPicPr>
            <a:picLocks noChangeAspect="1"/>
          </p:cNvPicPr>
          <p:nvPr/>
        </p:nvPicPr>
        <p:blipFill rotWithShape="1">
          <a:blip r:embed="rId2"/>
          <a:srcRect b="9952"/>
          <a:stretch/>
        </p:blipFill>
        <p:spPr>
          <a:xfrm>
            <a:off x="0" y="-1"/>
            <a:ext cx="12192000" cy="6858001"/>
          </a:xfrm>
          <a:prstGeom prst="rect">
            <a:avLst/>
          </a:prstGeom>
        </p:spPr>
      </p:pic>
      <p:pic>
        <p:nvPicPr>
          <p:cNvPr id="7" name="Рисунок 6">
            <a:extLst>
              <a:ext uri="{FF2B5EF4-FFF2-40B4-BE49-F238E27FC236}">
                <a16:creationId xmlns:a16="http://schemas.microsoft.com/office/drawing/2014/main" id="{A6C755B5-9F88-4199-BD1B-3278A2940D61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80127" y="326209"/>
            <a:ext cx="5815873" cy="1959791"/>
          </a:xfrm>
          <a:prstGeom prst="rect">
            <a:avLst/>
          </a:prstGeom>
          <a:noFill/>
          <a:effectLst>
            <a:glow rad="927100">
              <a:schemeClr val="bg1">
                <a:alpha val="17000"/>
              </a:schemeClr>
            </a:glow>
            <a:outerShdw blurRad="279400" dist="50800" dir="5400000" algn="ctr" rotWithShape="0">
              <a:schemeClr val="tx2">
                <a:lumMod val="20000"/>
                <a:lumOff val="80000"/>
              </a:schemeClr>
            </a:outerShdw>
            <a:reflection blurRad="6350" stA="52000" endA="300" endPos="35000" dir="5400000" sy="-100000" algn="bl" rotWithShape="0"/>
            <a:softEdge rad="0"/>
          </a:effectLst>
          <a:scene3d>
            <a:camera prst="orthographicFront">
              <a:rot lat="0" lon="0" rev="0"/>
            </a:camera>
            <a:lightRig rig="threePt" dir="t">
              <a:rot lat="0" lon="0" rev="0"/>
            </a:lightRig>
          </a:scene3d>
          <a:sp3d/>
        </p:spPr>
      </p:pic>
      <p:sp>
        <p:nvSpPr>
          <p:cNvPr id="8" name="TextBox 7">
            <a:extLst>
              <a:ext uri="{FF2B5EF4-FFF2-40B4-BE49-F238E27FC236}">
                <a16:creationId xmlns:a16="http://schemas.microsoft.com/office/drawing/2014/main" id="{E474FED2-FB4C-4148-87BD-B4726DFB93B6}"/>
              </a:ext>
            </a:extLst>
          </p:cNvPr>
          <p:cNvSpPr txBox="1"/>
          <p:nvPr/>
        </p:nvSpPr>
        <p:spPr>
          <a:xfrm>
            <a:off x="771650" y="567440"/>
            <a:ext cx="4832825" cy="147732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ru-RU" dirty="0">
                <a:latin typeface="Bahnschrift SemiCondensed" panose="020B0502040204020203" pitchFamily="34" charset="0"/>
              </a:rPr>
              <a:t>Тебе необходимо вспомнить все. Тыкай на карты и выбирай свою судьбу: стать божеством или остаться обычным человеком. Задумайся. Здесь не все карты последовательностей. И это…для твоего же блага.</a:t>
            </a:r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DEFA031A-7BA3-4CB4-9F2F-14BBD2B50191}"/>
              </a:ext>
            </a:extLst>
          </p:cNvPr>
          <p:cNvSpPr txBox="1"/>
          <p:nvPr/>
        </p:nvSpPr>
        <p:spPr>
          <a:xfrm>
            <a:off x="2577848" y="272207"/>
            <a:ext cx="968535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ru-RU" dirty="0">
                <a:latin typeface="Bahnschrift SemiCondensed" panose="020B0502040204020203" pitchFamily="34" charset="0"/>
              </a:rPr>
              <a:t>Правила</a:t>
            </a:r>
          </a:p>
        </p:txBody>
      </p:sp>
      <p:pic>
        <p:nvPicPr>
          <p:cNvPr id="12" name="Нижняя панель">
            <a:extLst>
              <a:ext uri="{FF2B5EF4-FFF2-40B4-BE49-F238E27FC236}">
                <a16:creationId xmlns:a16="http://schemas.microsoft.com/office/drawing/2014/main" id="{8F8B2C5C-98AD-4750-B82D-AE045E2EF4D3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-292100" y="5773877"/>
            <a:ext cx="20284226" cy="1084123"/>
          </a:xfrm>
          <a:prstGeom prst="rect">
            <a:avLst/>
          </a:prstGeom>
          <a:solidFill>
            <a:srgbClr val="424F50"/>
          </a:solidFill>
        </p:spPr>
      </p:pic>
      <p:pic>
        <p:nvPicPr>
          <p:cNvPr id="13" name="Вперед (кнопка)">
            <a:hlinkClick r:id="rId5" action="ppaction://hlinksldjump"/>
            <a:extLst>
              <a:ext uri="{FF2B5EF4-FFF2-40B4-BE49-F238E27FC236}">
                <a16:creationId xmlns:a16="http://schemas.microsoft.com/office/drawing/2014/main" id="{70589C8A-1160-4B12-9969-3D7C0D1368E6}"/>
              </a:ext>
            </a:extLst>
          </p:cNvPr>
          <p:cNvPicPr>
            <a:picLocks noChangeAspect="1"/>
          </p:cNvPicPr>
          <p:nvPr/>
        </p:nvPicPr>
        <p:blipFill>
          <a:blip r:embed="rId6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850013" y="5935575"/>
            <a:ext cx="1957597" cy="760725"/>
          </a:xfrm>
          <a:prstGeom prst="rect">
            <a:avLst/>
          </a:prstGeom>
          <a:solidFill>
            <a:schemeClr val="accent2">
              <a:lumMod val="50000"/>
            </a:schemeClr>
          </a:solidFill>
        </p:spPr>
      </p:pic>
    </p:spTree>
    <p:extLst>
      <p:ext uri="{BB962C8B-B14F-4D97-AF65-F5344CB8AC3E}">
        <p14:creationId xmlns:p14="http://schemas.microsoft.com/office/powerpoint/2010/main" val="1856796763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" name=".">
            <a:extLst>
              <a:ext uri="{FF2B5EF4-FFF2-40B4-BE49-F238E27FC236}">
                <a16:creationId xmlns:a16="http://schemas.microsoft.com/office/drawing/2014/main" id="{B1E2A948-2CDD-485D-A727-596A3202E637}"/>
              </a:ext>
            </a:extLst>
          </p:cNvPr>
          <p:cNvPicPr>
            <a:picLocks noChangeAspect="1"/>
          </p:cNvPicPr>
          <p:nvPr/>
        </p:nvPicPr>
        <p:blipFill rotWithShape="1">
          <a:blip r:embed="rId2"/>
          <a:srcRect l="3107" t="7783" r="3659"/>
          <a:stretch/>
        </p:blipFill>
        <p:spPr>
          <a:xfrm rot="16200000">
            <a:off x="2744286" y="-2744285"/>
            <a:ext cx="6858000" cy="12346570"/>
          </a:xfrm>
          <a:prstGeom prst="rect">
            <a:avLst/>
          </a:prstGeom>
        </p:spPr>
      </p:pic>
      <p:pic>
        <p:nvPicPr>
          <p:cNvPr id="31" name="клоун 3 слайд">
            <a:extLst>
              <a:ext uri="{FF2B5EF4-FFF2-40B4-BE49-F238E27FC236}">
                <a16:creationId xmlns:a16="http://schemas.microsoft.com/office/drawing/2014/main" id="{9F9D681D-94E8-4619-8D87-E749C81D5669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926173" y="4792034"/>
            <a:ext cx="494224" cy="886153"/>
          </a:xfrm>
          <a:prstGeom prst="rect">
            <a:avLst/>
          </a:prstGeom>
        </p:spPr>
      </p:pic>
      <p:pic>
        <p:nvPicPr>
          <p:cNvPr id="39" name="Нижняя панель">
            <a:extLst>
              <a:ext uri="{FF2B5EF4-FFF2-40B4-BE49-F238E27FC236}">
                <a16:creationId xmlns:a16="http://schemas.microsoft.com/office/drawing/2014/main" id="{70BB36DD-E460-4A25-A79D-3C6CFE1DE9B4}"/>
              </a:ext>
            </a:extLst>
          </p:cNvPr>
          <p:cNvPicPr>
            <a:picLocks noChangeAspect="1"/>
          </p:cNvPicPr>
          <p:nvPr/>
        </p:nvPicPr>
        <p:blipFill rotWithShape="1"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1320" r="-62123"/>
          <a:stretch/>
        </p:blipFill>
        <p:spPr>
          <a:xfrm>
            <a:off x="0" y="5855782"/>
            <a:ext cx="20119126" cy="1084123"/>
          </a:xfrm>
          <a:prstGeom prst="rect">
            <a:avLst/>
          </a:prstGeom>
          <a:solidFill>
            <a:srgbClr val="424F50"/>
          </a:solidFill>
        </p:spPr>
      </p:pic>
      <p:pic>
        <p:nvPicPr>
          <p:cNvPr id="40" name="Вперед (кнопка)">
            <a:hlinkClick r:id="rId5" action="ppaction://hlinksldjump"/>
            <a:extLst>
              <a:ext uri="{FF2B5EF4-FFF2-40B4-BE49-F238E27FC236}">
                <a16:creationId xmlns:a16="http://schemas.microsoft.com/office/drawing/2014/main" id="{0E5F4B6F-6E71-49B7-B662-D1DE102CCE3B}"/>
              </a:ext>
            </a:extLst>
          </p:cNvPr>
          <p:cNvPicPr>
            <a:picLocks noChangeAspect="1"/>
          </p:cNvPicPr>
          <p:nvPr/>
        </p:nvPicPr>
        <p:blipFill>
          <a:blip r:embed="rId6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883378" y="6017480"/>
            <a:ext cx="1957597" cy="760725"/>
          </a:xfrm>
          <a:prstGeom prst="rect">
            <a:avLst/>
          </a:prstGeom>
          <a:solidFill>
            <a:schemeClr val="accent2">
              <a:lumMod val="50000"/>
            </a:schemeClr>
          </a:solidFill>
        </p:spPr>
      </p:pic>
      <p:pic>
        <p:nvPicPr>
          <p:cNvPr id="30" name="провидец 3 слайд">
            <a:extLst>
              <a:ext uri="{FF2B5EF4-FFF2-40B4-BE49-F238E27FC236}">
                <a16:creationId xmlns:a16="http://schemas.microsoft.com/office/drawing/2014/main" id="{52B0791A-CFCE-40A3-97C8-86F87BB925D2}"/>
              </a:ext>
            </a:extLst>
          </p:cNvPr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2067553" y="4943914"/>
            <a:ext cx="406897" cy="734273"/>
          </a:xfrm>
          <a:prstGeom prst="rect">
            <a:avLst/>
          </a:prstGeom>
        </p:spPr>
      </p:pic>
      <p:pic>
        <p:nvPicPr>
          <p:cNvPr id="41" name="Рисунок 40">
            <a:extLst>
              <a:ext uri="{FF2B5EF4-FFF2-40B4-BE49-F238E27FC236}">
                <a16:creationId xmlns:a16="http://schemas.microsoft.com/office/drawing/2014/main" id="{37C303F0-94B6-4A78-B401-4D05A64142A3}"/>
              </a:ext>
            </a:extLst>
          </p:cNvPr>
          <p:cNvPicPr>
            <a:picLocks noChangeAspect="1"/>
          </p:cNvPicPr>
          <p:nvPr/>
        </p:nvPicPr>
        <p:blipFill>
          <a:blip r:embed="rId8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883378" y="5897327"/>
            <a:ext cx="1957597" cy="960673"/>
          </a:xfrm>
          <a:prstGeom prst="rect">
            <a:avLst/>
          </a:prstGeom>
        </p:spPr>
      </p:pic>
      <p:pic>
        <p:nvPicPr>
          <p:cNvPr id="5" name="Рисунок 4">
            <a:extLst>
              <a:ext uri="{FF2B5EF4-FFF2-40B4-BE49-F238E27FC236}">
                <a16:creationId xmlns:a16="http://schemas.microsoft.com/office/drawing/2014/main" id="{7C10FE0C-C300-4CD9-851C-050E26EB8CF8}"/>
              </a:ext>
            </a:extLst>
          </p:cNvPr>
          <p:cNvPicPr>
            <a:picLocks noChangeAspect="1"/>
          </p:cNvPicPr>
          <p:nvPr/>
        </p:nvPicPr>
        <p:blipFill>
          <a:blip r:embed="rId9">
            <a:extLst>
              <a:ext uri="{BEBA8EAE-BF5A-486C-A8C5-ECC9F3942E4B}">
                <a14:imgProps xmlns:a14="http://schemas.microsoft.com/office/drawing/2010/main">
                  <a14:imgLayer r:embed="rId10">
                    <a14:imgEffect>
                      <a14:backgroundRemoval t="4263" b="99645" l="9742" r="89861">
                        <a14:foregroundMark x1="33400" y1="77265" x2="42147" y2="39964"/>
                        <a14:foregroundMark x1="42147" y1="39964" x2="47117" y2="55062"/>
                        <a14:foregroundMark x1="47117" y1="55062" x2="40557" y2="90409"/>
                        <a14:foregroundMark x1="40557" y1="90409" x2="49503" y2="99822"/>
                        <a14:foregroundMark x1="49503" y1="99822" x2="56859" y2="92895"/>
                        <a14:foregroundMark x1="56859" y1="92895" x2="61829" y2="59325"/>
                        <a14:foregroundMark x1="61829" y1="59325" x2="65010" y2="69272"/>
                        <a14:foregroundMark x1="65010" y1="69272" x2="69185" y2="53108"/>
                        <a14:foregroundMark x1="69185" y1="53108" x2="65209" y2="43872"/>
                        <a14:foregroundMark x1="65209" y1="43872" x2="50298" y2="29840"/>
                        <a14:foregroundMark x1="50298" y1="29840" x2="49901" y2="26998"/>
                        <a14:foregroundMark x1="50099" y1="47780" x2="54672" y2="46536"/>
                        <a14:foregroundMark x1="51292" y1="68561" x2="54473" y2="71581"/>
                        <a14:foregroundMark x1="49503" y1="95737" x2="57455" y2="91474"/>
                        <a14:foregroundMark x1="43539" y1="96448" x2="43539" y2="99822"/>
                        <a14:foregroundMark x1="52684" y1="98224" x2="52684" y2="98224"/>
                        <a14:foregroundMark x1="72565" y1="70160" x2="72565" y2="96270"/>
                        <a14:foregroundMark x1="82704" y1="6750" x2="82505" y2="99645"/>
                        <a14:foregroundMark x1="83101" y1="5329" x2="83101" y2="5329"/>
                        <a14:foregroundMark x1="83101" y1="5329" x2="83101" y2="6217"/>
                        <a14:foregroundMark x1="84294" y1="4263" x2="84294" y2="4263"/>
                        <a14:foregroundMark x1="26243" y1="16696" x2="26243" y2="16696"/>
                        <a14:foregroundMark x1="24453" y1="15631" x2="24453" y2="15631"/>
                        <a14:backgroundMark x1="32803" y1="7815" x2="32803" y2="7815"/>
                        <a14:backgroundMark x1="14314" y1="75666" x2="14314" y2="75666"/>
                        <a14:backgroundMark x1="86481" y1="21847" x2="86481" y2="21847"/>
                      </a14:backgroundRemoval>
                    </a14:imgEffect>
                  </a14:imgLayer>
                </a14:imgProps>
              </a:ext>
            </a:extLst>
          </a:blip>
          <a:stretch>
            <a:fillRect/>
          </a:stretch>
        </p:blipFill>
        <p:spPr>
          <a:xfrm>
            <a:off x="-2542098" y="-5762108"/>
            <a:ext cx="4791744" cy="5363323"/>
          </a:xfrm>
          <a:prstGeom prst="rect">
            <a:avLst/>
          </a:prstGeom>
        </p:spPr>
      </p:pic>
      <p:pic>
        <p:nvPicPr>
          <p:cNvPr id="3" name="Рисунок 2">
            <a:extLst>
              <a:ext uri="{FF2B5EF4-FFF2-40B4-BE49-F238E27FC236}">
                <a16:creationId xmlns:a16="http://schemas.microsoft.com/office/drawing/2014/main" id="{1AC9777F-AAD3-4AE7-92F3-E2FAC12791D2}"/>
              </a:ext>
            </a:extLst>
          </p:cNvPr>
          <p:cNvPicPr>
            <a:picLocks noChangeAspect="1"/>
          </p:cNvPicPr>
          <p:nvPr/>
        </p:nvPicPr>
        <p:blipFill>
          <a:blip r:embed="rId11">
            <a:extLst>
              <a:ext uri="{BEBA8EAE-BF5A-486C-A8C5-ECC9F3942E4B}">
                <a14:imgProps xmlns:a14="http://schemas.microsoft.com/office/drawing/2010/main">
                  <a14:imgLayer r:embed="rId12">
                    <a14:imgEffect>
                      <a14:backgroundRemoval t="2136" b="99199" l="2823" r="97984">
                        <a14:foregroundMark x1="31048" y1="19760" x2="31048" y2="19760"/>
                        <a14:foregroundMark x1="35484" y1="14686" x2="36694" y2="24700"/>
                        <a14:foregroundMark x1="36694" y1="24700" x2="38306" y2="23097"/>
                        <a14:foregroundMark x1="26815" y1="39920" x2="18145" y2="49933"/>
                        <a14:foregroundMark x1="18145" y1="49933" x2="3427" y2="53271"/>
                        <a14:foregroundMark x1="3427" y1="53271" x2="9677" y2="98264"/>
                        <a14:foregroundMark x1="9677" y1="98264" x2="44153" y2="97196"/>
                        <a14:foregroundMark x1="44153" y1="97196" x2="77419" y2="98665"/>
                        <a14:foregroundMark x1="77419" y1="98665" x2="96371" y2="94660"/>
                        <a14:foregroundMark x1="96371" y1="94660" x2="97984" y2="81842"/>
                        <a14:foregroundMark x1="97984" y1="81842" x2="77419" y2="71162"/>
                        <a14:foregroundMark x1="77419" y1="71162" x2="76411" y2="59680"/>
                        <a14:foregroundMark x1="76411" y1="59680" x2="59677" y2="54740"/>
                        <a14:foregroundMark x1="59677" y1="54740" x2="54435" y2="47130"/>
                        <a14:foregroundMark x1="28226" y1="52870" x2="30242" y2="71696"/>
                        <a14:foregroundMark x1="30242" y1="71696" x2="44758" y2="74366"/>
                        <a14:foregroundMark x1="44758" y1="74366" x2="59274" y2="87583"/>
                        <a14:foregroundMark x1="59274" y1="87583" x2="62903" y2="83311"/>
                        <a14:foregroundMark x1="75403" y1="91722" x2="31653" y2="87049"/>
                        <a14:foregroundMark x1="31653" y1="87049" x2="41331" y2="94393"/>
                        <a14:foregroundMark x1="41331" y1="94393" x2="5847" y2="97196"/>
                        <a14:foregroundMark x1="5847" y1="97196" x2="84476" y2="92657"/>
                        <a14:foregroundMark x1="84476" y1="92657" x2="48589" y2="95060"/>
                        <a14:foregroundMark x1="48589" y1="95060" x2="82863" y2="96529"/>
                        <a14:foregroundMark x1="82863" y1="96529" x2="45363" y2="96529"/>
                        <a14:foregroundMark x1="45363" y1="96529" x2="45363" y2="96395"/>
                        <a14:foregroundMark x1="2016" y1="61415" x2="2823" y2="93992"/>
                        <a14:foregroundMark x1="2823" y1="93992" x2="7661" y2="99199"/>
                        <a14:foregroundMark x1="26815" y1="21896" x2="38911" y2="14019"/>
                        <a14:foregroundMark x1="38911" y1="14019" x2="46371" y2="17223"/>
                        <a14:foregroundMark x1="42137" y1="13485" x2="56048" y2="20160"/>
                        <a14:foregroundMark x1="56048" y1="20160" x2="53629" y2="22029"/>
                        <a14:foregroundMark x1="48790" y1="11482" x2="61895" y2="18158"/>
                        <a14:foregroundMark x1="61895" y1="18158" x2="60685" y2="19226"/>
                        <a14:foregroundMark x1="51008" y1="9613" x2="69758" y2="17757"/>
                        <a14:foregroundMark x1="69758" y1="17757" x2="68548" y2="19359"/>
                        <a14:foregroundMark x1="54435" y1="8278" x2="76815" y2="18158"/>
                        <a14:foregroundMark x1="76815" y1="18158" x2="74194" y2="20961"/>
                        <a14:foregroundMark x1="52218" y1="25634" x2="52218" y2="25634"/>
                        <a14:foregroundMark x1="53226" y1="26702" x2="53226" y2="26702"/>
                        <a14:foregroundMark x1="63105" y1="46729" x2="63105" y2="46729"/>
                        <a14:foregroundMark x1="66331" y1="43391" x2="66331" y2="43391"/>
                        <a14:foregroundMark x1="54032" y1="5207" x2="35081" y2="6409"/>
                        <a14:foregroundMark x1="35081" y1="6409" x2="28427" y2="12417"/>
                        <a14:foregroundMark x1="29637" y1="7210" x2="43952" y2="2136"/>
                        <a14:foregroundMark x1="43952" y1="2136" x2="65927" y2="6943"/>
                        <a14:foregroundMark x1="61492" y1="52069" x2="61492" y2="52069"/>
                        <a14:foregroundMark x1="88105" y1="73298" x2="88105" y2="73298"/>
                        <a14:foregroundMark x1="91331" y1="73431" x2="91331" y2="73431"/>
                        <a14:foregroundMark x1="94960" y1="75434" x2="82056" y2="71295"/>
                        <a14:foregroundMark x1="82056" y1="71295" x2="82056" y2="71295"/>
                        <a14:foregroundMark x1="86290" y1="72363" x2="83065" y2="70895"/>
                        <a14:foregroundMark x1="77823" y1="66489" x2="82258" y2="60881"/>
                        <a14:foregroundMark x1="19153" y1="20027" x2="20363" y2="18959"/>
                        <a14:foregroundMark x1="77419" y1="36048" x2="77823" y2="29773"/>
                      </a14:backgroundRemoval>
                    </a14:imgEffect>
                  </a14:imgLayer>
                </a14:imgProps>
              </a:ext>
            </a:extLst>
          </a:blip>
          <a:stretch>
            <a:fillRect/>
          </a:stretch>
        </p:blipFill>
        <p:spPr>
          <a:xfrm>
            <a:off x="13527438" y="1536267"/>
            <a:ext cx="2332291" cy="3521948"/>
          </a:xfrm>
          <a:prstGeom prst="rect">
            <a:avLst/>
          </a:prstGeom>
        </p:spPr>
      </p:pic>
      <p:pic>
        <p:nvPicPr>
          <p:cNvPr id="17" name="Рисунок 16">
            <a:extLst>
              <a:ext uri="{FF2B5EF4-FFF2-40B4-BE49-F238E27FC236}">
                <a16:creationId xmlns:a16="http://schemas.microsoft.com/office/drawing/2014/main" id="{1CBB2C79-9472-4EB8-ACED-DD289B2528CE}"/>
              </a:ext>
            </a:extLst>
          </p:cNvPr>
          <p:cNvPicPr>
            <a:picLocks noChangeAspect="1"/>
          </p:cNvPicPr>
          <p:nvPr/>
        </p:nvPicPr>
        <p:blipFill>
          <a:blip r:embed="rId9">
            <a:extLst>
              <a:ext uri="{BEBA8EAE-BF5A-486C-A8C5-ECC9F3942E4B}">
                <a14:imgProps xmlns:a14="http://schemas.microsoft.com/office/drawing/2010/main">
                  <a14:imgLayer r:embed="rId10">
                    <a14:imgEffect>
                      <a14:backgroundRemoval t="4263" b="99645" l="9742" r="89861">
                        <a14:foregroundMark x1="33400" y1="77265" x2="42147" y2="39964"/>
                        <a14:foregroundMark x1="42147" y1="39964" x2="47117" y2="55062"/>
                        <a14:foregroundMark x1="47117" y1="55062" x2="40557" y2="90409"/>
                        <a14:foregroundMark x1="40557" y1="90409" x2="49503" y2="99822"/>
                        <a14:foregroundMark x1="49503" y1="99822" x2="56859" y2="92895"/>
                        <a14:foregroundMark x1="56859" y1="92895" x2="61829" y2="59325"/>
                        <a14:foregroundMark x1="61829" y1="59325" x2="65010" y2="69272"/>
                        <a14:foregroundMark x1="65010" y1="69272" x2="69185" y2="53108"/>
                        <a14:foregroundMark x1="69185" y1="53108" x2="65209" y2="43872"/>
                        <a14:foregroundMark x1="65209" y1="43872" x2="50298" y2="29840"/>
                        <a14:foregroundMark x1="50298" y1="29840" x2="49901" y2="26998"/>
                        <a14:foregroundMark x1="50099" y1="47780" x2="54672" y2="46536"/>
                        <a14:foregroundMark x1="51292" y1="68561" x2="54473" y2="71581"/>
                        <a14:foregroundMark x1="49503" y1="95737" x2="57455" y2="91474"/>
                        <a14:foregroundMark x1="43539" y1="96448" x2="43539" y2="99822"/>
                        <a14:foregroundMark x1="52684" y1="98224" x2="52684" y2="98224"/>
                        <a14:foregroundMark x1="72565" y1="70160" x2="72565" y2="96270"/>
                        <a14:foregroundMark x1="82704" y1="6750" x2="82505" y2="99645"/>
                        <a14:foregroundMark x1="83101" y1="5329" x2="83101" y2="5329"/>
                        <a14:foregroundMark x1="83101" y1="5329" x2="83101" y2="6217"/>
                        <a14:foregroundMark x1="84294" y1="4263" x2="84294" y2="4263"/>
                        <a14:foregroundMark x1="26243" y1="16696" x2="26243" y2="16696"/>
                        <a14:foregroundMark x1="24453" y1="15631" x2="24453" y2="15631"/>
                        <a14:backgroundMark x1="32803" y1="7815" x2="32803" y2="7815"/>
                        <a14:backgroundMark x1="14314" y1="75666" x2="14314" y2="75666"/>
                        <a14:backgroundMark x1="86481" y1="21847" x2="86481" y2="21847"/>
                      </a14:backgroundRemoval>
                    </a14:imgEffect>
                  </a14:imgLayer>
                </a14:imgProps>
              </a:ext>
            </a:extLst>
          </a:blip>
          <a:stretch>
            <a:fillRect/>
          </a:stretch>
        </p:blipFill>
        <p:spPr>
          <a:xfrm>
            <a:off x="-2542098" y="-5762108"/>
            <a:ext cx="4791744" cy="5363323"/>
          </a:xfrm>
          <a:prstGeom prst="rect">
            <a:avLst/>
          </a:prstGeom>
        </p:spPr>
      </p:pic>
      <p:pic>
        <p:nvPicPr>
          <p:cNvPr id="18" name="Рисунок 17">
            <a:extLst>
              <a:ext uri="{FF2B5EF4-FFF2-40B4-BE49-F238E27FC236}">
                <a16:creationId xmlns:a16="http://schemas.microsoft.com/office/drawing/2014/main" id="{CB68F07F-1C84-4E08-9E6C-281AAF82EA86}"/>
              </a:ext>
            </a:extLst>
          </p:cNvPr>
          <p:cNvPicPr>
            <a:picLocks noChangeAspect="1"/>
          </p:cNvPicPr>
          <p:nvPr/>
        </p:nvPicPr>
        <p:blipFill>
          <a:blip r:embed="rId11">
            <a:extLst>
              <a:ext uri="{BEBA8EAE-BF5A-486C-A8C5-ECC9F3942E4B}">
                <a14:imgProps xmlns:a14="http://schemas.microsoft.com/office/drawing/2010/main">
                  <a14:imgLayer r:embed="rId12">
                    <a14:imgEffect>
                      <a14:backgroundRemoval t="2136" b="99199" l="2823" r="97984">
                        <a14:foregroundMark x1="31048" y1="19760" x2="31048" y2="19760"/>
                        <a14:foregroundMark x1="35484" y1="14686" x2="36694" y2="24700"/>
                        <a14:foregroundMark x1="36694" y1="24700" x2="38306" y2="23097"/>
                        <a14:foregroundMark x1="26815" y1="39920" x2="18145" y2="49933"/>
                        <a14:foregroundMark x1="18145" y1="49933" x2="3427" y2="53271"/>
                        <a14:foregroundMark x1="3427" y1="53271" x2="9677" y2="98264"/>
                        <a14:foregroundMark x1="9677" y1="98264" x2="44153" y2="97196"/>
                        <a14:foregroundMark x1="44153" y1="97196" x2="77419" y2="98665"/>
                        <a14:foregroundMark x1="77419" y1="98665" x2="96371" y2="94660"/>
                        <a14:foregroundMark x1="96371" y1="94660" x2="97984" y2="81842"/>
                        <a14:foregroundMark x1="97984" y1="81842" x2="77419" y2="71162"/>
                        <a14:foregroundMark x1="77419" y1="71162" x2="76411" y2="59680"/>
                        <a14:foregroundMark x1="76411" y1="59680" x2="59677" y2="54740"/>
                        <a14:foregroundMark x1="59677" y1="54740" x2="54435" y2="47130"/>
                        <a14:foregroundMark x1="28226" y1="52870" x2="30242" y2="71696"/>
                        <a14:foregroundMark x1="30242" y1="71696" x2="44758" y2="74366"/>
                        <a14:foregroundMark x1="44758" y1="74366" x2="59274" y2="87583"/>
                        <a14:foregroundMark x1="59274" y1="87583" x2="62903" y2="83311"/>
                        <a14:foregroundMark x1="75403" y1="91722" x2="31653" y2="87049"/>
                        <a14:foregroundMark x1="31653" y1="87049" x2="41331" y2="94393"/>
                        <a14:foregroundMark x1="41331" y1="94393" x2="5847" y2="97196"/>
                        <a14:foregroundMark x1="5847" y1="97196" x2="84476" y2="92657"/>
                        <a14:foregroundMark x1="84476" y1="92657" x2="48589" y2="95060"/>
                        <a14:foregroundMark x1="48589" y1="95060" x2="82863" y2="96529"/>
                        <a14:foregroundMark x1="82863" y1="96529" x2="45363" y2="96529"/>
                        <a14:foregroundMark x1="45363" y1="96529" x2="45363" y2="96395"/>
                        <a14:foregroundMark x1="2016" y1="61415" x2="2823" y2="93992"/>
                        <a14:foregroundMark x1="2823" y1="93992" x2="7661" y2="99199"/>
                        <a14:foregroundMark x1="26815" y1="21896" x2="38911" y2="14019"/>
                        <a14:foregroundMark x1="38911" y1="14019" x2="46371" y2="17223"/>
                        <a14:foregroundMark x1="42137" y1="13485" x2="56048" y2="20160"/>
                        <a14:foregroundMark x1="56048" y1="20160" x2="53629" y2="22029"/>
                        <a14:foregroundMark x1="48790" y1="11482" x2="61895" y2="18158"/>
                        <a14:foregroundMark x1="61895" y1="18158" x2="60685" y2="19226"/>
                        <a14:foregroundMark x1="51008" y1="9613" x2="69758" y2="17757"/>
                        <a14:foregroundMark x1="69758" y1="17757" x2="68548" y2="19359"/>
                        <a14:foregroundMark x1="54435" y1="8278" x2="76815" y2="18158"/>
                        <a14:foregroundMark x1="76815" y1="18158" x2="74194" y2="20961"/>
                        <a14:foregroundMark x1="52218" y1="25634" x2="52218" y2="25634"/>
                        <a14:foregroundMark x1="53226" y1="26702" x2="53226" y2="26702"/>
                        <a14:foregroundMark x1="63105" y1="46729" x2="63105" y2="46729"/>
                        <a14:foregroundMark x1="66331" y1="43391" x2="66331" y2="43391"/>
                        <a14:foregroundMark x1="54032" y1="5207" x2="35081" y2="6409"/>
                        <a14:foregroundMark x1="35081" y1="6409" x2="28427" y2="12417"/>
                        <a14:foregroundMark x1="29637" y1="7210" x2="43952" y2="2136"/>
                        <a14:foregroundMark x1="43952" y1="2136" x2="65927" y2="6943"/>
                        <a14:foregroundMark x1="61492" y1="52069" x2="61492" y2="52069"/>
                        <a14:foregroundMark x1="88105" y1="73298" x2="88105" y2="73298"/>
                        <a14:foregroundMark x1="91331" y1="73431" x2="91331" y2="73431"/>
                        <a14:foregroundMark x1="94960" y1="75434" x2="82056" y2="71295"/>
                        <a14:foregroundMark x1="82056" y1="71295" x2="82056" y2="71295"/>
                        <a14:foregroundMark x1="86290" y1="72363" x2="83065" y2="70895"/>
                        <a14:foregroundMark x1="77823" y1="66489" x2="82258" y2="60881"/>
                        <a14:foregroundMark x1="19153" y1="20027" x2="20363" y2="18959"/>
                        <a14:foregroundMark x1="77419" y1="36048" x2="77823" y2="29773"/>
                      </a14:backgroundRemoval>
                    </a14:imgEffect>
                  </a14:imgLayer>
                </a14:imgProps>
              </a:ext>
            </a:extLst>
          </a:blip>
          <a:stretch>
            <a:fillRect/>
          </a:stretch>
        </p:blipFill>
        <p:spPr>
          <a:xfrm>
            <a:off x="13527438" y="1536267"/>
            <a:ext cx="2332291" cy="352194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505772035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restart="whenNotActive" fill="hold" evtFilter="cancelBubble" nodeType="interactiveSeq">
                <p:stCondLst>
                  <p:cond evt="onClick" delay="0">
                    <p:tgtEl>
                      <p:spTgt spid="30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3" fill="hold">
                      <p:stCondLst>
                        <p:cond delay="0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xit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6" dur="500"/>
                                        <p:tgtEl>
                                          <p:spTgt spid="30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7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3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8" presetID="10" presetClass="exit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9" dur="500"/>
                                        <p:tgtEl>
                                          <p:spTgt spid="41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4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30"/>
                  </p:tgtEl>
                </p:cond>
              </p:nextCondLst>
            </p:seq>
            <p:seq concurrent="1" nextAc="seek">
              <p:cTn id="11" restart="whenNotActive" fill="hold" evtFilter="cancelBubble" nodeType="interactiveSeq">
                <p:stCondLst>
                  <p:cond evt="onClick" delay="0">
                    <p:tgtEl>
                      <p:spTgt spid="5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12" fill="hold">
                      <p:stCondLst>
                        <p:cond delay="0"/>
                      </p:stCondLst>
                      <p:childTnLst>
                        <p:par>
                          <p:cTn id="13" fill="hold">
                            <p:stCondLst>
                              <p:cond delay="0"/>
                            </p:stCondLst>
                            <p:childTnLst>
                              <p:par>
                                <p:cTn id="14" presetID="26" presetClass="emph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15" dur="500" tmFilter="0, 0; .2, .5; .8, .5; 1, 0"/>
                                        <p:tgtEl>
                                          <p:spTgt spid="31"/>
                                        </p:tgtEl>
                                      </p:cBhvr>
                                    </p:animEffect>
                                    <p:animScale>
                                      <p:cBhvr>
                                        <p:cTn id="16" dur="250" autoRev="1" fill="hold"/>
                                        <p:tgtEl>
                                          <p:spTgt spid="31"/>
                                        </p:tgtEl>
                                      </p:cBhvr>
                                      <p:by x="105000" y="105000"/>
                                    </p:animScale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5"/>
                  </p:tgtEl>
                </p:cond>
              </p:nextCondLst>
            </p:seq>
            <p:seq concurrent="1" nextAc="seek">
              <p:cTn id="17" restart="whenNotActive" fill="hold" evtFilter="cancelBubble" nodeType="interactiveSeq">
                <p:stCondLst>
                  <p:cond evt="onClick" delay="0">
                    <p:tgtEl>
                      <p:spTgt spid="31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18" fill="hold">
                      <p:stCondLst>
                        <p:cond delay="0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0" presetClass="path" presetSubtype="0" accel="50000" decel="50000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-0.02565 -0.68982 C -0.02565 -0.68912 -0.06042 -0.56713 -0.05234 -0.39862 C -0.04518 -0.23102 0.03372 0.2787 0.01862 0.32013 C 0.01354 0.33333 0.01081 0.35138 0.00625 0.36805 C 0.05391 0.4875 0.12539 0.39629 0.08581 0.46458 C 0.08477 0.47152 0.03008 0.58773 0.03086 0.59606 C 0.0349 0.63912 0.10794 0.58495 0.11602 0.61342 C 0.10625 0.6537 0.06172 0.69259 0.07096 0.7368 C 0.07682 0.76851 0.09297 0.8074 0.09961 0.83865 C 0.09518 0.86157 0.10026 0.96319 0.09701 0.9875 C 0.09557 0.99652 0.03828 0.92638 0.03828 0.92708 C -0.01628 0.84467 -0.08984 1.10879 -0.14635 1.02638 " pathEditMode="relative" rAng="0" ptsTypes="AAAAAAAAAAAA">
                                      <p:cBhvr>
                                        <p:cTn id="21" dur="20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  <p:rCtr x="1055" y="86620"/>
                                    </p:animMotion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2" fill="hold">
                            <p:stCondLst>
                              <p:cond delay="2000"/>
                            </p:stCondLst>
                            <p:childTnLst>
                              <p:par>
                                <p:cTn id="23" presetID="35" presetClass="path" presetSubtype="0" accel="50000" decel="5000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1.875E-6 2.96296E-6 L -1.31862 -0.0125 " pathEditMode="relative" rAng="0" ptsTypes="AA">
                                      <p:cBhvr>
                                        <p:cTn id="24" dur="15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  <p:rCtr x="-65938" y="-625"/>
                                    </p:animMotion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31"/>
                  </p:tgtEl>
                </p:cond>
              </p:nextCondLst>
            </p:seq>
          </p:childTnLst>
        </p:cTn>
      </p:par>
    </p:tn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3" name="Рисунок 12">
            <a:extLst>
              <a:ext uri="{FF2B5EF4-FFF2-40B4-BE49-F238E27FC236}">
                <a16:creationId xmlns:a16="http://schemas.microsoft.com/office/drawing/2014/main" id="{16402358-24D3-455D-926F-03A52CF26FEA}"/>
              </a:ext>
            </a:extLst>
          </p:cNvPr>
          <p:cNvPicPr>
            <a:picLocks noChangeAspect="1"/>
          </p:cNvPicPr>
          <p:nvPr/>
        </p:nvPicPr>
        <p:blipFill rotWithShape="1">
          <a:blip r:embed="rId2"/>
          <a:srcRect l="10061"/>
          <a:stretch/>
        </p:blipFill>
        <p:spPr>
          <a:xfrm rot="16200000">
            <a:off x="2667000" y="-2667000"/>
            <a:ext cx="6858000" cy="12192000"/>
          </a:xfrm>
          <a:prstGeom prst="rect">
            <a:avLst/>
          </a:prstGeom>
        </p:spPr>
      </p:pic>
      <p:pic>
        <p:nvPicPr>
          <p:cNvPr id="15" name="8 4">
            <a:extLst>
              <a:ext uri="{FF2B5EF4-FFF2-40B4-BE49-F238E27FC236}">
                <a16:creationId xmlns:a16="http://schemas.microsoft.com/office/drawing/2014/main" id="{B7491BCC-FD5A-4E0B-991B-A9590B1A648A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068817" y="3429000"/>
            <a:ext cx="615742" cy="1104036"/>
          </a:xfrm>
          <a:prstGeom prst="rect">
            <a:avLst/>
          </a:prstGeom>
        </p:spPr>
      </p:pic>
      <p:pic>
        <p:nvPicPr>
          <p:cNvPr id="21" name="Рисунок 20">
            <a:extLst>
              <a:ext uri="{FF2B5EF4-FFF2-40B4-BE49-F238E27FC236}">
                <a16:creationId xmlns:a16="http://schemas.microsoft.com/office/drawing/2014/main" id="{B44B2703-0987-42FB-B7CE-D7DEE70E596D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782191" y="2963552"/>
            <a:ext cx="627618" cy="1104036"/>
          </a:xfrm>
          <a:prstGeom prst="rect">
            <a:avLst/>
          </a:prstGeom>
        </p:spPr>
      </p:pic>
      <p:pic>
        <p:nvPicPr>
          <p:cNvPr id="22" name="Нижняя панель">
            <a:extLst>
              <a:ext uri="{FF2B5EF4-FFF2-40B4-BE49-F238E27FC236}">
                <a16:creationId xmlns:a16="http://schemas.microsoft.com/office/drawing/2014/main" id="{147E076D-B85E-418A-9FC1-A49E7725BC61}"/>
              </a:ext>
            </a:extLst>
          </p:cNvPr>
          <p:cNvPicPr>
            <a:picLocks noChangeAspect="1"/>
          </p:cNvPicPr>
          <p:nvPr/>
        </p:nvPicPr>
        <p:blipFill rotWithShape="1"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1320" r="1235"/>
          <a:stretch/>
        </p:blipFill>
        <p:spPr>
          <a:xfrm>
            <a:off x="0" y="5855782"/>
            <a:ext cx="12192000" cy="1084123"/>
          </a:xfrm>
          <a:prstGeom prst="rect">
            <a:avLst/>
          </a:prstGeom>
          <a:solidFill>
            <a:srgbClr val="424F50"/>
          </a:solidFill>
        </p:spPr>
      </p:pic>
      <p:pic>
        <p:nvPicPr>
          <p:cNvPr id="23" name="Вперед (кнопка)">
            <a:hlinkClick r:id="rId6" action="ppaction://hlinksldjump"/>
            <a:extLst>
              <a:ext uri="{FF2B5EF4-FFF2-40B4-BE49-F238E27FC236}">
                <a16:creationId xmlns:a16="http://schemas.microsoft.com/office/drawing/2014/main" id="{6F9F5382-321E-4422-AE91-45A25F8E67D4}"/>
              </a:ext>
            </a:extLst>
          </p:cNvPr>
          <p:cNvPicPr>
            <a:picLocks noChangeAspect="1"/>
          </p:cNvPicPr>
          <p:nvPr/>
        </p:nvPicPr>
        <p:blipFill>
          <a:blip r:embed="rId7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883378" y="6017480"/>
            <a:ext cx="1957597" cy="760725"/>
          </a:xfrm>
          <a:prstGeom prst="rect">
            <a:avLst/>
          </a:prstGeom>
          <a:solidFill>
            <a:schemeClr val="accent2">
              <a:lumMod val="50000"/>
            </a:schemeClr>
          </a:solidFill>
        </p:spPr>
      </p:pic>
      <p:pic>
        <p:nvPicPr>
          <p:cNvPr id="24" name="Рисунок 23">
            <a:extLst>
              <a:ext uri="{FF2B5EF4-FFF2-40B4-BE49-F238E27FC236}">
                <a16:creationId xmlns:a16="http://schemas.microsoft.com/office/drawing/2014/main" id="{4E2ABCE7-3AF8-4649-9149-8F1BC30305AC}"/>
              </a:ext>
            </a:extLst>
          </p:cNvPr>
          <p:cNvPicPr>
            <a:picLocks noChangeAspect="1"/>
          </p:cNvPicPr>
          <p:nvPr/>
        </p:nvPicPr>
        <p:blipFill>
          <a:blip r:embed="rId8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883378" y="5897327"/>
            <a:ext cx="1957597" cy="960673"/>
          </a:xfrm>
          <a:prstGeom prst="rect">
            <a:avLst/>
          </a:prstGeom>
        </p:spPr>
      </p:pic>
      <p:pic>
        <p:nvPicPr>
          <p:cNvPr id="11" name="Рисунок 10">
            <a:extLst>
              <a:ext uri="{FF2B5EF4-FFF2-40B4-BE49-F238E27FC236}">
                <a16:creationId xmlns:a16="http://schemas.microsoft.com/office/drawing/2014/main" id="{20970F7B-58D9-4B4D-B38F-5CC7F1F49724}"/>
              </a:ext>
            </a:extLst>
          </p:cNvPr>
          <p:cNvPicPr>
            <a:picLocks noChangeAspect="1"/>
          </p:cNvPicPr>
          <p:nvPr/>
        </p:nvPicPr>
        <p:blipFill>
          <a:blip r:embed="rId9">
            <a:extLst>
              <a:ext uri="{BEBA8EAE-BF5A-486C-A8C5-ECC9F3942E4B}">
                <a14:imgProps xmlns:a14="http://schemas.microsoft.com/office/drawing/2010/main">
                  <a14:imgLayer r:embed="rId10">
                    <a14:imgEffect>
                      <a14:backgroundRemoval t="4263" b="99645" l="9742" r="89861">
                        <a14:foregroundMark x1="33400" y1="77265" x2="42147" y2="39964"/>
                        <a14:foregroundMark x1="42147" y1="39964" x2="47117" y2="55062"/>
                        <a14:foregroundMark x1="47117" y1="55062" x2="40557" y2="90409"/>
                        <a14:foregroundMark x1="40557" y1="90409" x2="49503" y2="99822"/>
                        <a14:foregroundMark x1="49503" y1="99822" x2="56859" y2="92895"/>
                        <a14:foregroundMark x1="56859" y1="92895" x2="61829" y2="59325"/>
                        <a14:foregroundMark x1="61829" y1="59325" x2="65010" y2="69272"/>
                        <a14:foregroundMark x1="65010" y1="69272" x2="69185" y2="53108"/>
                        <a14:foregroundMark x1="69185" y1="53108" x2="65209" y2="43872"/>
                        <a14:foregroundMark x1="65209" y1="43872" x2="50298" y2="29840"/>
                        <a14:foregroundMark x1="50298" y1="29840" x2="49901" y2="26998"/>
                        <a14:foregroundMark x1="50099" y1="47780" x2="54672" y2="46536"/>
                        <a14:foregroundMark x1="51292" y1="68561" x2="54473" y2="71581"/>
                        <a14:foregroundMark x1="49503" y1="95737" x2="57455" y2="91474"/>
                        <a14:foregroundMark x1="43539" y1="96448" x2="43539" y2="99822"/>
                        <a14:foregroundMark x1="52684" y1="98224" x2="52684" y2="98224"/>
                        <a14:foregroundMark x1="72565" y1="70160" x2="72565" y2="96270"/>
                        <a14:foregroundMark x1="82704" y1="6750" x2="82505" y2="99645"/>
                        <a14:foregroundMark x1="83101" y1="5329" x2="83101" y2="5329"/>
                        <a14:foregroundMark x1="83101" y1="5329" x2="83101" y2="6217"/>
                        <a14:foregroundMark x1="84294" y1="4263" x2="84294" y2="4263"/>
                        <a14:foregroundMark x1="26243" y1="16696" x2="26243" y2="16696"/>
                        <a14:foregroundMark x1="24453" y1="15631" x2="24453" y2="15631"/>
                        <a14:backgroundMark x1="32803" y1="7815" x2="32803" y2="7815"/>
                        <a14:backgroundMark x1="14314" y1="75666" x2="14314" y2="75666"/>
                        <a14:backgroundMark x1="86481" y1="21847" x2="86481" y2="21847"/>
                      </a14:backgroundRemoval>
                    </a14:imgEffect>
                  </a14:imgLayer>
                </a14:imgProps>
              </a:ext>
            </a:extLst>
          </a:blip>
          <a:stretch>
            <a:fillRect/>
          </a:stretch>
        </p:blipFill>
        <p:spPr>
          <a:xfrm>
            <a:off x="-2542098" y="-5762108"/>
            <a:ext cx="4791744" cy="5363323"/>
          </a:xfrm>
          <a:prstGeom prst="rect">
            <a:avLst/>
          </a:prstGeom>
        </p:spPr>
      </p:pic>
      <p:pic>
        <p:nvPicPr>
          <p:cNvPr id="12" name="Рисунок 11">
            <a:extLst>
              <a:ext uri="{FF2B5EF4-FFF2-40B4-BE49-F238E27FC236}">
                <a16:creationId xmlns:a16="http://schemas.microsoft.com/office/drawing/2014/main" id="{16BA6369-6173-48AF-B844-51E7E6064738}"/>
              </a:ext>
            </a:extLst>
          </p:cNvPr>
          <p:cNvPicPr>
            <a:picLocks noChangeAspect="1"/>
          </p:cNvPicPr>
          <p:nvPr/>
        </p:nvPicPr>
        <p:blipFill>
          <a:blip r:embed="rId11">
            <a:extLst>
              <a:ext uri="{BEBA8EAE-BF5A-486C-A8C5-ECC9F3942E4B}">
                <a14:imgProps xmlns:a14="http://schemas.microsoft.com/office/drawing/2010/main">
                  <a14:imgLayer r:embed="rId12">
                    <a14:imgEffect>
                      <a14:backgroundRemoval t="2136" b="99199" l="2823" r="97984">
                        <a14:foregroundMark x1="31048" y1="19760" x2="31048" y2="19760"/>
                        <a14:foregroundMark x1="35484" y1="14686" x2="36694" y2="24700"/>
                        <a14:foregroundMark x1="36694" y1="24700" x2="38306" y2="23097"/>
                        <a14:foregroundMark x1="26815" y1="39920" x2="18145" y2="49933"/>
                        <a14:foregroundMark x1="18145" y1="49933" x2="3427" y2="53271"/>
                        <a14:foregroundMark x1="3427" y1="53271" x2="9677" y2="98264"/>
                        <a14:foregroundMark x1="9677" y1="98264" x2="44153" y2="97196"/>
                        <a14:foregroundMark x1="44153" y1="97196" x2="77419" y2="98665"/>
                        <a14:foregroundMark x1="77419" y1="98665" x2="96371" y2="94660"/>
                        <a14:foregroundMark x1="96371" y1="94660" x2="97984" y2="81842"/>
                        <a14:foregroundMark x1="97984" y1="81842" x2="77419" y2="71162"/>
                        <a14:foregroundMark x1="77419" y1="71162" x2="76411" y2="59680"/>
                        <a14:foregroundMark x1="76411" y1="59680" x2="59677" y2="54740"/>
                        <a14:foregroundMark x1="59677" y1="54740" x2="54435" y2="47130"/>
                        <a14:foregroundMark x1="28226" y1="52870" x2="30242" y2="71696"/>
                        <a14:foregroundMark x1="30242" y1="71696" x2="44758" y2="74366"/>
                        <a14:foregroundMark x1="44758" y1="74366" x2="59274" y2="87583"/>
                        <a14:foregroundMark x1="59274" y1="87583" x2="62903" y2="83311"/>
                        <a14:foregroundMark x1="75403" y1="91722" x2="31653" y2="87049"/>
                        <a14:foregroundMark x1="31653" y1="87049" x2="41331" y2="94393"/>
                        <a14:foregroundMark x1="41331" y1="94393" x2="5847" y2="97196"/>
                        <a14:foregroundMark x1="5847" y1="97196" x2="84476" y2="92657"/>
                        <a14:foregroundMark x1="84476" y1="92657" x2="48589" y2="95060"/>
                        <a14:foregroundMark x1="48589" y1="95060" x2="82863" y2="96529"/>
                        <a14:foregroundMark x1="82863" y1="96529" x2="45363" y2="96529"/>
                        <a14:foregroundMark x1="45363" y1="96529" x2="45363" y2="96395"/>
                        <a14:foregroundMark x1="2016" y1="61415" x2="2823" y2="93992"/>
                        <a14:foregroundMark x1="2823" y1="93992" x2="7661" y2="99199"/>
                        <a14:foregroundMark x1="26815" y1="21896" x2="38911" y2="14019"/>
                        <a14:foregroundMark x1="38911" y1="14019" x2="46371" y2="17223"/>
                        <a14:foregroundMark x1="42137" y1="13485" x2="56048" y2="20160"/>
                        <a14:foregroundMark x1="56048" y1="20160" x2="53629" y2="22029"/>
                        <a14:foregroundMark x1="48790" y1="11482" x2="61895" y2="18158"/>
                        <a14:foregroundMark x1="61895" y1="18158" x2="60685" y2="19226"/>
                        <a14:foregroundMark x1="51008" y1="9613" x2="69758" y2="17757"/>
                        <a14:foregroundMark x1="69758" y1="17757" x2="68548" y2="19359"/>
                        <a14:foregroundMark x1="54435" y1="8278" x2="76815" y2="18158"/>
                        <a14:foregroundMark x1="76815" y1="18158" x2="74194" y2="20961"/>
                        <a14:foregroundMark x1="52218" y1="25634" x2="52218" y2="25634"/>
                        <a14:foregroundMark x1="53226" y1="26702" x2="53226" y2="26702"/>
                        <a14:foregroundMark x1="63105" y1="46729" x2="63105" y2="46729"/>
                        <a14:foregroundMark x1="66331" y1="43391" x2="66331" y2="43391"/>
                        <a14:foregroundMark x1="54032" y1="5207" x2="35081" y2="6409"/>
                        <a14:foregroundMark x1="35081" y1="6409" x2="28427" y2="12417"/>
                        <a14:foregroundMark x1="29637" y1="7210" x2="43952" y2="2136"/>
                        <a14:foregroundMark x1="43952" y1="2136" x2="65927" y2="6943"/>
                        <a14:foregroundMark x1="61492" y1="52069" x2="61492" y2="52069"/>
                        <a14:foregroundMark x1="88105" y1="73298" x2="88105" y2="73298"/>
                        <a14:foregroundMark x1="91331" y1="73431" x2="91331" y2="73431"/>
                        <a14:foregroundMark x1="94960" y1="75434" x2="82056" y2="71295"/>
                        <a14:foregroundMark x1="82056" y1="71295" x2="82056" y2="71295"/>
                        <a14:foregroundMark x1="86290" y1="72363" x2="83065" y2="70895"/>
                        <a14:foregroundMark x1="77823" y1="66489" x2="82258" y2="60881"/>
                        <a14:foregroundMark x1="19153" y1="20027" x2="20363" y2="18959"/>
                        <a14:foregroundMark x1="77419" y1="36048" x2="77823" y2="29773"/>
                      </a14:backgroundRemoval>
                    </a14:imgEffect>
                  </a14:imgLayer>
                </a14:imgProps>
              </a:ext>
            </a:extLst>
          </a:blip>
          <a:stretch>
            <a:fillRect/>
          </a:stretch>
        </p:blipFill>
        <p:spPr>
          <a:xfrm>
            <a:off x="13527438" y="1536267"/>
            <a:ext cx="2332291" cy="352194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119001172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restart="whenNotActive" fill="hold" evtFilter="cancelBubble" nodeType="interactiveSeq">
                <p:stCondLst>
                  <p:cond evt="onClick" delay="0">
                    <p:tgtEl>
                      <p:spTgt spid="15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3" fill="hold">
                      <p:stCondLst>
                        <p:cond delay="0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xit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6" dur="50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7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8" presetID="10" presetClass="exit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9" dur="500"/>
                                        <p:tgtEl>
                                          <p:spTgt spid="24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15"/>
                  </p:tgtEl>
                </p:cond>
              </p:nextCondLst>
            </p:seq>
            <p:seq concurrent="1" nextAc="seek">
              <p:cTn id="11" restart="whenNotActive" fill="hold" evtFilter="cancelBubble" nodeType="interactiveSeq">
                <p:stCondLst>
                  <p:cond evt="onClick" delay="0">
                    <p:tgtEl>
                      <p:spTgt spid="11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12" fill="hold">
                      <p:stCondLst>
                        <p:cond delay="0"/>
                      </p:stCondLst>
                      <p:childTnLst>
                        <p:par>
                          <p:cTn id="13" fill="hold">
                            <p:stCondLst>
                              <p:cond delay="0"/>
                            </p:stCondLst>
                            <p:childTnLst>
                              <p:par>
                                <p:cTn id="14" presetID="26" presetClass="emph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15" dur="500" tmFilter="0, 0; .2, .5; .8, .5; 1, 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  <p:animScale>
                                      <p:cBhvr>
                                        <p:cTn id="16" dur="250" autoRev="1" fill="hold"/>
                                        <p:tgtEl>
                                          <p:spTgt spid="21"/>
                                        </p:tgtEl>
                                      </p:cBhvr>
                                      <p:by x="105000" y="105000"/>
                                    </p:animScale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11"/>
                  </p:tgtEl>
                </p:cond>
              </p:nextCondLst>
            </p:seq>
            <p:seq concurrent="1" nextAc="seek">
              <p:cTn id="17" restart="whenNotActive" fill="hold" evtFilter="cancelBubble" nodeType="interactiveSeq">
                <p:stCondLst>
                  <p:cond evt="onClick" delay="0">
                    <p:tgtEl>
                      <p:spTgt spid="21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18" fill="hold">
                      <p:stCondLst>
                        <p:cond delay="0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0" presetClass="path" presetSubtype="0" accel="50000" decel="5000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-0.02565 -0.68982 C -0.02565 -0.68912 -0.06042 -0.56713 -0.05234 -0.39862 C -0.04518 -0.23102 0.03372 0.2787 0.01862 0.32013 C 0.01354 0.33333 0.01081 0.35138 0.00625 0.36805 C 0.05391 0.4875 0.12539 0.39629 0.08581 0.46458 C 0.08477 0.47152 0.03008 0.58773 0.03086 0.59606 C 0.0349 0.63912 0.10794 0.58495 0.11602 0.61342 C 0.10625 0.6537 0.06172 0.69259 0.07096 0.7368 C 0.07682 0.76851 0.09297 0.8074 0.09961 0.83865 C 0.09518 0.86157 0.10026 0.96319 0.09701 0.9875 C 0.09557 0.99652 0.03828 0.92638 0.03828 0.92708 C -0.01628 0.84467 -0.08984 1.10879 -0.14635 1.02638 " pathEditMode="relative" rAng="0" ptsTypes="AAAAAAAAAAAA">
                                      <p:cBhvr>
                                        <p:cTn id="21" dur="2000" fill="hold"/>
                                        <p:tgtEl>
                                          <p:spTgt spid="11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  <p:rCtr x="1055" y="86620"/>
                                    </p:animMotion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2" fill="hold">
                            <p:stCondLst>
                              <p:cond delay="2000"/>
                            </p:stCondLst>
                            <p:childTnLst>
                              <p:par>
                                <p:cTn id="23" presetID="35" presetClass="path" presetSubtype="0" accel="50000" decel="5000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1.875E-6 2.96296E-6 L -1.31862 -0.0125 " pathEditMode="relative" rAng="0" ptsTypes="AA">
                                      <p:cBhvr>
                                        <p:cTn id="24" dur="1500" fill="hold"/>
                                        <p:tgtEl>
                                          <p:spTgt spid="12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  <p:rCtr x="-65938" y="-625"/>
                                    </p:animMotion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21"/>
                  </p:tgtEl>
                </p:cond>
              </p:nextCondLst>
            </p:seq>
          </p:childTnLst>
        </p:cTn>
      </p:par>
    </p:tn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Рисунок 3">
            <a:extLst>
              <a:ext uri="{FF2B5EF4-FFF2-40B4-BE49-F238E27FC236}">
                <a16:creationId xmlns:a16="http://schemas.microsoft.com/office/drawing/2014/main" id="{6C0F4ADE-C237-49A6-A105-D9326FAD6D8C}"/>
              </a:ext>
            </a:extLst>
          </p:cNvPr>
          <p:cNvPicPr>
            <a:picLocks noChangeAspect="1"/>
          </p:cNvPicPr>
          <p:nvPr/>
        </p:nvPicPr>
        <p:blipFill rotWithShape="1">
          <a:blip r:embed="rId2"/>
          <a:srcRect t="5925" r="6064"/>
          <a:stretch/>
        </p:blipFill>
        <p:spPr>
          <a:xfrm>
            <a:off x="-1" y="-1"/>
            <a:ext cx="12192001" cy="6868115"/>
          </a:xfrm>
          <a:prstGeom prst="rect">
            <a:avLst/>
          </a:prstGeom>
        </p:spPr>
      </p:pic>
      <p:pic>
        <p:nvPicPr>
          <p:cNvPr id="6" name="6 5">
            <a:extLst>
              <a:ext uri="{FF2B5EF4-FFF2-40B4-BE49-F238E27FC236}">
                <a16:creationId xmlns:a16="http://schemas.microsoft.com/office/drawing/2014/main" id="{9847F95C-791C-4393-A730-3DB877AC3B3A}"/>
              </a:ext>
            </a:extLst>
          </p:cNvPr>
          <p:cNvPicPr>
            <a:picLocks noChangeAspect="1"/>
          </p:cNvPicPr>
          <p:nvPr/>
        </p:nvPicPr>
        <p:blipFill rotWithShape="1">
          <a:blip r:embed="rId3"/>
          <a:srcRect b="6263"/>
          <a:stretch/>
        </p:blipFill>
        <p:spPr>
          <a:xfrm>
            <a:off x="147951" y="4721283"/>
            <a:ext cx="669424" cy="1176044"/>
          </a:xfrm>
          <a:prstGeom prst="rect">
            <a:avLst/>
          </a:prstGeom>
        </p:spPr>
      </p:pic>
      <p:pic>
        <p:nvPicPr>
          <p:cNvPr id="8" name="4 5">
            <a:extLst>
              <a:ext uri="{FF2B5EF4-FFF2-40B4-BE49-F238E27FC236}">
                <a16:creationId xmlns:a16="http://schemas.microsoft.com/office/drawing/2014/main" id="{7AF17CE2-A23D-40B4-8978-9485CD6E4CDC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769150" y="3586661"/>
            <a:ext cx="766432" cy="1400250"/>
          </a:xfrm>
          <a:prstGeom prst="rect">
            <a:avLst/>
          </a:prstGeom>
        </p:spPr>
      </p:pic>
      <p:pic>
        <p:nvPicPr>
          <p:cNvPr id="10" name="Нижняя панель">
            <a:extLst>
              <a:ext uri="{FF2B5EF4-FFF2-40B4-BE49-F238E27FC236}">
                <a16:creationId xmlns:a16="http://schemas.microsoft.com/office/drawing/2014/main" id="{77C26145-6B7C-4C74-841E-E5FEE4FA88E3}"/>
              </a:ext>
            </a:extLst>
          </p:cNvPr>
          <p:cNvPicPr>
            <a:picLocks noChangeAspect="1"/>
          </p:cNvPicPr>
          <p:nvPr/>
        </p:nvPicPr>
        <p:blipFill rotWithShape="1"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1320" r="1235"/>
          <a:stretch/>
        </p:blipFill>
        <p:spPr>
          <a:xfrm>
            <a:off x="0" y="5855782"/>
            <a:ext cx="12192000" cy="1084123"/>
          </a:xfrm>
          <a:prstGeom prst="rect">
            <a:avLst/>
          </a:prstGeom>
          <a:solidFill>
            <a:srgbClr val="424F50"/>
          </a:solidFill>
        </p:spPr>
      </p:pic>
      <p:pic>
        <p:nvPicPr>
          <p:cNvPr id="11" name="Вперед (кнопка)">
            <a:hlinkClick r:id="rId6" action="ppaction://hlinksldjump"/>
            <a:extLst>
              <a:ext uri="{FF2B5EF4-FFF2-40B4-BE49-F238E27FC236}">
                <a16:creationId xmlns:a16="http://schemas.microsoft.com/office/drawing/2014/main" id="{C23478CD-953F-4B75-8707-2CCF281C657A}"/>
              </a:ext>
            </a:extLst>
          </p:cNvPr>
          <p:cNvPicPr>
            <a:picLocks noChangeAspect="1"/>
          </p:cNvPicPr>
          <p:nvPr/>
        </p:nvPicPr>
        <p:blipFill>
          <a:blip r:embed="rId7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883378" y="6017480"/>
            <a:ext cx="1957597" cy="760725"/>
          </a:xfrm>
          <a:prstGeom prst="rect">
            <a:avLst/>
          </a:prstGeom>
          <a:solidFill>
            <a:schemeClr val="accent2">
              <a:lumMod val="50000"/>
            </a:schemeClr>
          </a:solidFill>
        </p:spPr>
      </p:pic>
      <p:pic>
        <p:nvPicPr>
          <p:cNvPr id="12" name="Рисунок 11">
            <a:extLst>
              <a:ext uri="{FF2B5EF4-FFF2-40B4-BE49-F238E27FC236}">
                <a16:creationId xmlns:a16="http://schemas.microsoft.com/office/drawing/2014/main" id="{50E061F4-ADF9-482B-9B72-18FBC49C7FFB}"/>
              </a:ext>
            </a:extLst>
          </p:cNvPr>
          <p:cNvPicPr>
            <a:picLocks noChangeAspect="1"/>
          </p:cNvPicPr>
          <p:nvPr/>
        </p:nvPicPr>
        <p:blipFill>
          <a:blip r:embed="rId8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883378" y="5897327"/>
            <a:ext cx="1957597" cy="960673"/>
          </a:xfrm>
          <a:prstGeom prst="rect">
            <a:avLst/>
          </a:prstGeom>
        </p:spPr>
      </p:pic>
      <p:pic>
        <p:nvPicPr>
          <p:cNvPr id="13" name="Рисунок 12">
            <a:extLst>
              <a:ext uri="{FF2B5EF4-FFF2-40B4-BE49-F238E27FC236}">
                <a16:creationId xmlns:a16="http://schemas.microsoft.com/office/drawing/2014/main" id="{E2646FFD-41E1-426A-8FC5-0200FF59A8CA}"/>
              </a:ext>
            </a:extLst>
          </p:cNvPr>
          <p:cNvPicPr>
            <a:picLocks noChangeAspect="1"/>
          </p:cNvPicPr>
          <p:nvPr/>
        </p:nvPicPr>
        <p:blipFill>
          <a:blip r:embed="rId9">
            <a:extLst>
              <a:ext uri="{BEBA8EAE-BF5A-486C-A8C5-ECC9F3942E4B}">
                <a14:imgProps xmlns:a14="http://schemas.microsoft.com/office/drawing/2010/main">
                  <a14:imgLayer r:embed="rId10">
                    <a14:imgEffect>
                      <a14:backgroundRemoval t="4263" b="99645" l="9742" r="89861">
                        <a14:foregroundMark x1="33400" y1="77265" x2="42147" y2="39964"/>
                        <a14:foregroundMark x1="42147" y1="39964" x2="47117" y2="55062"/>
                        <a14:foregroundMark x1="47117" y1="55062" x2="40557" y2="90409"/>
                        <a14:foregroundMark x1="40557" y1="90409" x2="49503" y2="99822"/>
                        <a14:foregroundMark x1="49503" y1="99822" x2="56859" y2="92895"/>
                        <a14:foregroundMark x1="56859" y1="92895" x2="61829" y2="59325"/>
                        <a14:foregroundMark x1="61829" y1="59325" x2="65010" y2="69272"/>
                        <a14:foregroundMark x1="65010" y1="69272" x2="69185" y2="53108"/>
                        <a14:foregroundMark x1="69185" y1="53108" x2="65209" y2="43872"/>
                        <a14:foregroundMark x1="65209" y1="43872" x2="50298" y2="29840"/>
                        <a14:foregroundMark x1="50298" y1="29840" x2="49901" y2="26998"/>
                        <a14:foregroundMark x1="50099" y1="47780" x2="54672" y2="46536"/>
                        <a14:foregroundMark x1="51292" y1="68561" x2="54473" y2="71581"/>
                        <a14:foregroundMark x1="49503" y1="95737" x2="57455" y2="91474"/>
                        <a14:foregroundMark x1="43539" y1="96448" x2="43539" y2="99822"/>
                        <a14:foregroundMark x1="52684" y1="98224" x2="52684" y2="98224"/>
                        <a14:foregroundMark x1="72565" y1="70160" x2="72565" y2="96270"/>
                        <a14:foregroundMark x1="82704" y1="6750" x2="82505" y2="99645"/>
                        <a14:foregroundMark x1="83101" y1="5329" x2="83101" y2="5329"/>
                        <a14:foregroundMark x1="83101" y1="5329" x2="83101" y2="6217"/>
                        <a14:foregroundMark x1="84294" y1="4263" x2="84294" y2="4263"/>
                        <a14:foregroundMark x1="26243" y1="16696" x2="26243" y2="16696"/>
                        <a14:foregroundMark x1="24453" y1="15631" x2="24453" y2="15631"/>
                        <a14:backgroundMark x1="32803" y1="7815" x2="32803" y2="7815"/>
                        <a14:backgroundMark x1="14314" y1="75666" x2="14314" y2="75666"/>
                        <a14:backgroundMark x1="86481" y1="21847" x2="86481" y2="21847"/>
                      </a14:backgroundRemoval>
                    </a14:imgEffect>
                  </a14:imgLayer>
                </a14:imgProps>
              </a:ext>
            </a:extLst>
          </a:blip>
          <a:stretch>
            <a:fillRect/>
          </a:stretch>
        </p:blipFill>
        <p:spPr>
          <a:xfrm>
            <a:off x="-2542098" y="-5762108"/>
            <a:ext cx="4791744" cy="5363323"/>
          </a:xfrm>
          <a:prstGeom prst="rect">
            <a:avLst/>
          </a:prstGeom>
        </p:spPr>
      </p:pic>
      <p:pic>
        <p:nvPicPr>
          <p:cNvPr id="14" name="Рисунок 13">
            <a:extLst>
              <a:ext uri="{FF2B5EF4-FFF2-40B4-BE49-F238E27FC236}">
                <a16:creationId xmlns:a16="http://schemas.microsoft.com/office/drawing/2014/main" id="{E600AEFA-0275-42AA-8D58-2AE776F2B897}"/>
              </a:ext>
            </a:extLst>
          </p:cNvPr>
          <p:cNvPicPr>
            <a:picLocks noChangeAspect="1"/>
          </p:cNvPicPr>
          <p:nvPr/>
        </p:nvPicPr>
        <p:blipFill>
          <a:blip r:embed="rId11">
            <a:extLst>
              <a:ext uri="{BEBA8EAE-BF5A-486C-A8C5-ECC9F3942E4B}">
                <a14:imgProps xmlns:a14="http://schemas.microsoft.com/office/drawing/2010/main">
                  <a14:imgLayer r:embed="rId12">
                    <a14:imgEffect>
                      <a14:backgroundRemoval t="2136" b="99199" l="2823" r="97984">
                        <a14:foregroundMark x1="31048" y1="19760" x2="31048" y2="19760"/>
                        <a14:foregroundMark x1="35484" y1="14686" x2="36694" y2="24700"/>
                        <a14:foregroundMark x1="36694" y1="24700" x2="38306" y2="23097"/>
                        <a14:foregroundMark x1="26815" y1="39920" x2="18145" y2="49933"/>
                        <a14:foregroundMark x1="18145" y1="49933" x2="3427" y2="53271"/>
                        <a14:foregroundMark x1="3427" y1="53271" x2="9677" y2="98264"/>
                        <a14:foregroundMark x1="9677" y1="98264" x2="44153" y2="97196"/>
                        <a14:foregroundMark x1="44153" y1="97196" x2="77419" y2="98665"/>
                        <a14:foregroundMark x1="77419" y1="98665" x2="96371" y2="94660"/>
                        <a14:foregroundMark x1="96371" y1="94660" x2="97984" y2="81842"/>
                        <a14:foregroundMark x1="97984" y1="81842" x2="77419" y2="71162"/>
                        <a14:foregroundMark x1="77419" y1="71162" x2="76411" y2="59680"/>
                        <a14:foregroundMark x1="76411" y1="59680" x2="59677" y2="54740"/>
                        <a14:foregroundMark x1="59677" y1="54740" x2="54435" y2="47130"/>
                        <a14:foregroundMark x1="28226" y1="52870" x2="30242" y2="71696"/>
                        <a14:foregroundMark x1="30242" y1="71696" x2="44758" y2="74366"/>
                        <a14:foregroundMark x1="44758" y1="74366" x2="59274" y2="87583"/>
                        <a14:foregroundMark x1="59274" y1="87583" x2="62903" y2="83311"/>
                        <a14:foregroundMark x1="75403" y1="91722" x2="31653" y2="87049"/>
                        <a14:foregroundMark x1="31653" y1="87049" x2="41331" y2="94393"/>
                        <a14:foregroundMark x1="41331" y1="94393" x2="5847" y2="97196"/>
                        <a14:foregroundMark x1="5847" y1="97196" x2="84476" y2="92657"/>
                        <a14:foregroundMark x1="84476" y1="92657" x2="48589" y2="95060"/>
                        <a14:foregroundMark x1="48589" y1="95060" x2="82863" y2="96529"/>
                        <a14:foregroundMark x1="82863" y1="96529" x2="45363" y2="96529"/>
                        <a14:foregroundMark x1="45363" y1="96529" x2="45363" y2="96395"/>
                        <a14:foregroundMark x1="2016" y1="61415" x2="2823" y2="93992"/>
                        <a14:foregroundMark x1="2823" y1="93992" x2="7661" y2="99199"/>
                        <a14:foregroundMark x1="26815" y1="21896" x2="38911" y2="14019"/>
                        <a14:foregroundMark x1="38911" y1="14019" x2="46371" y2="17223"/>
                        <a14:foregroundMark x1="42137" y1="13485" x2="56048" y2="20160"/>
                        <a14:foregroundMark x1="56048" y1="20160" x2="53629" y2="22029"/>
                        <a14:foregroundMark x1="48790" y1="11482" x2="61895" y2="18158"/>
                        <a14:foregroundMark x1="61895" y1="18158" x2="60685" y2="19226"/>
                        <a14:foregroundMark x1="51008" y1="9613" x2="69758" y2="17757"/>
                        <a14:foregroundMark x1="69758" y1="17757" x2="68548" y2="19359"/>
                        <a14:foregroundMark x1="54435" y1="8278" x2="76815" y2="18158"/>
                        <a14:foregroundMark x1="76815" y1="18158" x2="74194" y2="20961"/>
                        <a14:foregroundMark x1="52218" y1="25634" x2="52218" y2="25634"/>
                        <a14:foregroundMark x1="53226" y1="26702" x2="53226" y2="26702"/>
                        <a14:foregroundMark x1="63105" y1="46729" x2="63105" y2="46729"/>
                        <a14:foregroundMark x1="66331" y1="43391" x2="66331" y2="43391"/>
                        <a14:foregroundMark x1="54032" y1="5207" x2="35081" y2="6409"/>
                        <a14:foregroundMark x1="35081" y1="6409" x2="28427" y2="12417"/>
                        <a14:foregroundMark x1="29637" y1="7210" x2="43952" y2="2136"/>
                        <a14:foregroundMark x1="43952" y1="2136" x2="65927" y2="6943"/>
                        <a14:foregroundMark x1="61492" y1="52069" x2="61492" y2="52069"/>
                        <a14:foregroundMark x1="88105" y1="73298" x2="88105" y2="73298"/>
                        <a14:foregroundMark x1="91331" y1="73431" x2="91331" y2="73431"/>
                        <a14:foregroundMark x1="94960" y1="75434" x2="82056" y2="71295"/>
                        <a14:foregroundMark x1="82056" y1="71295" x2="82056" y2="71295"/>
                        <a14:foregroundMark x1="86290" y1="72363" x2="83065" y2="70895"/>
                        <a14:foregroundMark x1="77823" y1="66489" x2="82258" y2="60881"/>
                        <a14:foregroundMark x1="19153" y1="20027" x2="20363" y2="18959"/>
                        <a14:foregroundMark x1="77419" y1="36048" x2="77823" y2="29773"/>
                      </a14:backgroundRemoval>
                    </a14:imgEffect>
                  </a14:imgLayer>
                </a14:imgProps>
              </a:ext>
            </a:extLst>
          </a:blip>
          <a:stretch>
            <a:fillRect/>
          </a:stretch>
        </p:blipFill>
        <p:spPr>
          <a:xfrm>
            <a:off x="13527438" y="1536267"/>
            <a:ext cx="2332291" cy="352194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858877110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restart="whenNotActive" fill="hold" evtFilter="cancelBubble" nodeType="interactiveSeq">
                <p:stCondLst>
                  <p:cond evt="onClick" delay="0">
                    <p:tgtEl>
                      <p:spTgt spid="6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3" fill="hold">
                      <p:stCondLst>
                        <p:cond delay="0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xit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6" dur="5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7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8" presetID="10" presetClass="exit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9" dur="50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6"/>
                  </p:tgtEl>
                </p:cond>
              </p:nextCondLst>
            </p:seq>
            <p:seq concurrent="1" nextAc="seek">
              <p:cTn id="11" restart="whenNotActive" fill="hold" evtFilter="cancelBubble" nodeType="interactiveSeq">
                <p:stCondLst>
                  <p:cond evt="onClick" delay="0">
                    <p:tgtEl>
                      <p:spTgt spid="13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12" fill="hold">
                      <p:stCondLst>
                        <p:cond delay="0"/>
                      </p:stCondLst>
                      <p:childTnLst>
                        <p:par>
                          <p:cTn id="13" fill="hold">
                            <p:stCondLst>
                              <p:cond delay="0"/>
                            </p:stCondLst>
                            <p:childTnLst>
                              <p:par>
                                <p:cTn id="14" presetID="26" presetClass="emph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15" dur="500" tmFilter="0, 0; .2, .5; .8, .5; 1, 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  <p:animScale>
                                      <p:cBhvr>
                                        <p:cTn id="16" dur="250" autoRev="1" fill="hold"/>
                                        <p:tgtEl>
                                          <p:spTgt spid="8"/>
                                        </p:tgtEl>
                                      </p:cBhvr>
                                      <p:by x="105000" y="105000"/>
                                    </p:animScale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13"/>
                  </p:tgtEl>
                </p:cond>
              </p:nextCondLst>
            </p:seq>
            <p:seq concurrent="1" nextAc="seek">
              <p:cTn id="17" restart="whenNotActive" fill="hold" evtFilter="cancelBubble" nodeType="interactiveSeq">
                <p:stCondLst>
                  <p:cond evt="onClick" delay="0">
                    <p:tgtEl>
                      <p:spTgt spid="8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18" fill="hold">
                      <p:stCondLst>
                        <p:cond delay="0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0" presetClass="path" presetSubtype="0" accel="50000" decel="5000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-0.02565 -0.68982 C -0.02565 -0.68912 -0.06042 -0.56713 -0.05234 -0.39862 C -0.04518 -0.23102 0.03372 0.2787 0.01862 0.32013 C 0.01354 0.33333 0.01081 0.35138 0.00625 0.36805 C 0.05391 0.4875 0.12539 0.39629 0.08581 0.46458 C 0.08477 0.47152 0.03008 0.58773 0.03086 0.59606 C 0.0349 0.63912 0.10794 0.58495 0.11602 0.61342 C 0.10625 0.6537 0.06172 0.69259 0.07096 0.7368 C 0.07682 0.76851 0.09297 0.8074 0.09961 0.83865 C 0.09518 0.86157 0.10026 0.96319 0.09701 0.9875 C 0.09557 0.99652 0.03828 0.92638 0.03828 0.92708 C -0.01628 0.84467 -0.08984 1.10879 -0.14635 1.02638 " pathEditMode="relative" rAng="0" ptsTypes="AAAAAAAAAAAA">
                                      <p:cBhvr>
                                        <p:cTn id="21" dur="2000" fill="hold"/>
                                        <p:tgtEl>
                                          <p:spTgt spid="13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  <p:rCtr x="1055" y="86620"/>
                                    </p:animMotion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2" fill="hold">
                            <p:stCondLst>
                              <p:cond delay="2000"/>
                            </p:stCondLst>
                            <p:childTnLst>
                              <p:par>
                                <p:cTn id="23" presetID="35" presetClass="path" presetSubtype="0" accel="50000" decel="5000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1.875E-6 2.96296E-6 L -1.31862 -0.0125 " pathEditMode="relative" rAng="0" ptsTypes="AA">
                                      <p:cBhvr>
                                        <p:cTn id="24" dur="1500" fill="hold"/>
                                        <p:tgtEl>
                                          <p:spTgt spid="14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  <p:rCtr x="-65938" y="-625"/>
                                    </p:animMotion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8"/>
                  </p:tgtEl>
                </p:cond>
              </p:nextCondLst>
            </p:seq>
          </p:childTnLst>
        </p:cTn>
      </p:par>
    </p:tnLst>
  </p:timing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Рисунок 3">
            <a:extLst>
              <a:ext uri="{FF2B5EF4-FFF2-40B4-BE49-F238E27FC236}">
                <a16:creationId xmlns:a16="http://schemas.microsoft.com/office/drawing/2014/main" id="{6559779E-54C5-4B82-B882-F3D3657054E7}"/>
              </a:ext>
            </a:extLst>
          </p:cNvPr>
          <p:cNvPicPr>
            <a:picLocks noChangeAspect="1"/>
          </p:cNvPicPr>
          <p:nvPr/>
        </p:nvPicPr>
        <p:blipFill rotWithShape="1">
          <a:blip r:embed="rId2"/>
          <a:srcRect l="1326" r="1"/>
          <a:stretch/>
        </p:blipFill>
        <p:spPr>
          <a:xfrm>
            <a:off x="0" y="-524990"/>
            <a:ext cx="12192000" cy="7382990"/>
          </a:xfrm>
          <a:prstGeom prst="rect">
            <a:avLst/>
          </a:prstGeom>
        </p:spPr>
      </p:pic>
      <p:pic>
        <p:nvPicPr>
          <p:cNvPr id="6" name="5 6">
            <a:extLst>
              <a:ext uri="{FF2B5EF4-FFF2-40B4-BE49-F238E27FC236}">
                <a16:creationId xmlns:a16="http://schemas.microsoft.com/office/drawing/2014/main" id="{57111EDE-6D37-4966-BCA6-77B551A3825D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52956" y="266703"/>
            <a:ext cx="723916" cy="1269997"/>
          </a:xfrm>
          <a:prstGeom prst="rect">
            <a:avLst/>
          </a:prstGeom>
        </p:spPr>
      </p:pic>
      <p:pic>
        <p:nvPicPr>
          <p:cNvPr id="8" name="1 6">
            <a:extLst>
              <a:ext uri="{FF2B5EF4-FFF2-40B4-BE49-F238E27FC236}">
                <a16:creationId xmlns:a16="http://schemas.microsoft.com/office/drawing/2014/main" id="{CA4C2921-E114-4392-A43B-EE34A43DF39F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096000" y="4246163"/>
            <a:ext cx="620373" cy="1078977"/>
          </a:xfrm>
          <a:prstGeom prst="rect">
            <a:avLst/>
          </a:prstGeom>
        </p:spPr>
      </p:pic>
      <p:pic>
        <p:nvPicPr>
          <p:cNvPr id="9" name="Нижняя панель">
            <a:extLst>
              <a:ext uri="{FF2B5EF4-FFF2-40B4-BE49-F238E27FC236}">
                <a16:creationId xmlns:a16="http://schemas.microsoft.com/office/drawing/2014/main" id="{124F5A93-FDA8-401B-A71D-43D3F25E150A}"/>
              </a:ext>
            </a:extLst>
          </p:cNvPr>
          <p:cNvPicPr>
            <a:picLocks noChangeAspect="1"/>
          </p:cNvPicPr>
          <p:nvPr/>
        </p:nvPicPr>
        <p:blipFill rotWithShape="1"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1320" r="1235"/>
          <a:stretch/>
        </p:blipFill>
        <p:spPr>
          <a:xfrm>
            <a:off x="0" y="5855782"/>
            <a:ext cx="12192000" cy="1084123"/>
          </a:xfrm>
          <a:prstGeom prst="rect">
            <a:avLst/>
          </a:prstGeom>
          <a:solidFill>
            <a:srgbClr val="424F50"/>
          </a:solidFill>
        </p:spPr>
      </p:pic>
      <p:pic>
        <p:nvPicPr>
          <p:cNvPr id="10" name="Вперед (кнопка)">
            <a:hlinkClick r:id="rId6" action="ppaction://hlinksldjump"/>
            <a:extLst>
              <a:ext uri="{FF2B5EF4-FFF2-40B4-BE49-F238E27FC236}">
                <a16:creationId xmlns:a16="http://schemas.microsoft.com/office/drawing/2014/main" id="{581CFD19-FE36-4865-B457-F88671992F2A}"/>
              </a:ext>
            </a:extLst>
          </p:cNvPr>
          <p:cNvPicPr>
            <a:picLocks noChangeAspect="1"/>
          </p:cNvPicPr>
          <p:nvPr/>
        </p:nvPicPr>
        <p:blipFill>
          <a:blip r:embed="rId7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883378" y="6017480"/>
            <a:ext cx="1957597" cy="760725"/>
          </a:xfrm>
          <a:prstGeom prst="rect">
            <a:avLst/>
          </a:prstGeom>
          <a:solidFill>
            <a:schemeClr val="accent2">
              <a:lumMod val="50000"/>
            </a:schemeClr>
          </a:solidFill>
        </p:spPr>
      </p:pic>
      <p:pic>
        <p:nvPicPr>
          <p:cNvPr id="11" name="Рисунок 10">
            <a:extLst>
              <a:ext uri="{FF2B5EF4-FFF2-40B4-BE49-F238E27FC236}">
                <a16:creationId xmlns:a16="http://schemas.microsoft.com/office/drawing/2014/main" id="{394BF396-08CC-4FFE-8CF2-DD152E93DA20}"/>
              </a:ext>
            </a:extLst>
          </p:cNvPr>
          <p:cNvPicPr>
            <a:picLocks noChangeAspect="1"/>
          </p:cNvPicPr>
          <p:nvPr/>
        </p:nvPicPr>
        <p:blipFill>
          <a:blip r:embed="rId8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883378" y="5897327"/>
            <a:ext cx="1957597" cy="960673"/>
          </a:xfrm>
          <a:prstGeom prst="rect">
            <a:avLst/>
          </a:prstGeom>
        </p:spPr>
      </p:pic>
      <p:pic>
        <p:nvPicPr>
          <p:cNvPr id="12" name="Рисунок 11">
            <a:extLst>
              <a:ext uri="{FF2B5EF4-FFF2-40B4-BE49-F238E27FC236}">
                <a16:creationId xmlns:a16="http://schemas.microsoft.com/office/drawing/2014/main" id="{699BC0D5-3758-40E7-8466-C5A34119B164}"/>
              </a:ext>
            </a:extLst>
          </p:cNvPr>
          <p:cNvPicPr>
            <a:picLocks noChangeAspect="1"/>
          </p:cNvPicPr>
          <p:nvPr/>
        </p:nvPicPr>
        <p:blipFill>
          <a:blip r:embed="rId9">
            <a:extLst>
              <a:ext uri="{BEBA8EAE-BF5A-486C-A8C5-ECC9F3942E4B}">
                <a14:imgProps xmlns:a14="http://schemas.microsoft.com/office/drawing/2010/main">
                  <a14:imgLayer r:embed="rId10">
                    <a14:imgEffect>
                      <a14:backgroundRemoval t="4263" b="99645" l="9742" r="89861">
                        <a14:foregroundMark x1="33400" y1="77265" x2="42147" y2="39964"/>
                        <a14:foregroundMark x1="42147" y1="39964" x2="47117" y2="55062"/>
                        <a14:foregroundMark x1="47117" y1="55062" x2="40557" y2="90409"/>
                        <a14:foregroundMark x1="40557" y1="90409" x2="49503" y2="99822"/>
                        <a14:foregroundMark x1="49503" y1="99822" x2="56859" y2="92895"/>
                        <a14:foregroundMark x1="56859" y1="92895" x2="61829" y2="59325"/>
                        <a14:foregroundMark x1="61829" y1="59325" x2="65010" y2="69272"/>
                        <a14:foregroundMark x1="65010" y1="69272" x2="69185" y2="53108"/>
                        <a14:foregroundMark x1="69185" y1="53108" x2="65209" y2="43872"/>
                        <a14:foregroundMark x1="65209" y1="43872" x2="50298" y2="29840"/>
                        <a14:foregroundMark x1="50298" y1="29840" x2="49901" y2="26998"/>
                        <a14:foregroundMark x1="50099" y1="47780" x2="54672" y2="46536"/>
                        <a14:foregroundMark x1="51292" y1="68561" x2="54473" y2="71581"/>
                        <a14:foregroundMark x1="49503" y1="95737" x2="57455" y2="91474"/>
                        <a14:foregroundMark x1="43539" y1="96448" x2="43539" y2="99822"/>
                        <a14:foregroundMark x1="52684" y1="98224" x2="52684" y2="98224"/>
                        <a14:foregroundMark x1="72565" y1="70160" x2="72565" y2="96270"/>
                        <a14:foregroundMark x1="82704" y1="6750" x2="82505" y2="99645"/>
                        <a14:foregroundMark x1="83101" y1="5329" x2="83101" y2="5329"/>
                        <a14:foregroundMark x1="83101" y1="5329" x2="83101" y2="6217"/>
                        <a14:foregroundMark x1="84294" y1="4263" x2="84294" y2="4263"/>
                        <a14:foregroundMark x1="26243" y1="16696" x2="26243" y2="16696"/>
                        <a14:foregroundMark x1="24453" y1="15631" x2="24453" y2="15631"/>
                        <a14:backgroundMark x1="32803" y1="7815" x2="32803" y2="7815"/>
                        <a14:backgroundMark x1="14314" y1="75666" x2="14314" y2="75666"/>
                        <a14:backgroundMark x1="86481" y1="21847" x2="86481" y2="21847"/>
                      </a14:backgroundRemoval>
                    </a14:imgEffect>
                  </a14:imgLayer>
                </a14:imgProps>
              </a:ext>
            </a:extLst>
          </a:blip>
          <a:stretch>
            <a:fillRect/>
          </a:stretch>
        </p:blipFill>
        <p:spPr>
          <a:xfrm>
            <a:off x="-2542098" y="-5762108"/>
            <a:ext cx="4791744" cy="5363323"/>
          </a:xfrm>
          <a:prstGeom prst="rect">
            <a:avLst/>
          </a:prstGeom>
        </p:spPr>
      </p:pic>
      <p:pic>
        <p:nvPicPr>
          <p:cNvPr id="13" name="Рисунок 12">
            <a:extLst>
              <a:ext uri="{FF2B5EF4-FFF2-40B4-BE49-F238E27FC236}">
                <a16:creationId xmlns:a16="http://schemas.microsoft.com/office/drawing/2014/main" id="{0D9FF02B-B1B5-454E-A2DE-93CD8040A0FF}"/>
              </a:ext>
            </a:extLst>
          </p:cNvPr>
          <p:cNvPicPr>
            <a:picLocks noChangeAspect="1"/>
          </p:cNvPicPr>
          <p:nvPr/>
        </p:nvPicPr>
        <p:blipFill>
          <a:blip r:embed="rId11">
            <a:extLst>
              <a:ext uri="{BEBA8EAE-BF5A-486C-A8C5-ECC9F3942E4B}">
                <a14:imgProps xmlns:a14="http://schemas.microsoft.com/office/drawing/2010/main">
                  <a14:imgLayer r:embed="rId12">
                    <a14:imgEffect>
                      <a14:backgroundRemoval t="2136" b="99199" l="2823" r="97984">
                        <a14:foregroundMark x1="31048" y1="19760" x2="31048" y2="19760"/>
                        <a14:foregroundMark x1="35484" y1="14686" x2="36694" y2="24700"/>
                        <a14:foregroundMark x1="36694" y1="24700" x2="38306" y2="23097"/>
                        <a14:foregroundMark x1="26815" y1="39920" x2="18145" y2="49933"/>
                        <a14:foregroundMark x1="18145" y1="49933" x2="3427" y2="53271"/>
                        <a14:foregroundMark x1="3427" y1="53271" x2="9677" y2="98264"/>
                        <a14:foregroundMark x1="9677" y1="98264" x2="44153" y2="97196"/>
                        <a14:foregroundMark x1="44153" y1="97196" x2="77419" y2="98665"/>
                        <a14:foregroundMark x1="77419" y1="98665" x2="96371" y2="94660"/>
                        <a14:foregroundMark x1="96371" y1="94660" x2="97984" y2="81842"/>
                        <a14:foregroundMark x1="97984" y1="81842" x2="77419" y2="71162"/>
                        <a14:foregroundMark x1="77419" y1="71162" x2="76411" y2="59680"/>
                        <a14:foregroundMark x1="76411" y1="59680" x2="59677" y2="54740"/>
                        <a14:foregroundMark x1="59677" y1="54740" x2="54435" y2="47130"/>
                        <a14:foregroundMark x1="28226" y1="52870" x2="30242" y2="71696"/>
                        <a14:foregroundMark x1="30242" y1="71696" x2="44758" y2="74366"/>
                        <a14:foregroundMark x1="44758" y1="74366" x2="59274" y2="87583"/>
                        <a14:foregroundMark x1="59274" y1="87583" x2="62903" y2="83311"/>
                        <a14:foregroundMark x1="75403" y1="91722" x2="31653" y2="87049"/>
                        <a14:foregroundMark x1="31653" y1="87049" x2="41331" y2="94393"/>
                        <a14:foregroundMark x1="41331" y1="94393" x2="5847" y2="97196"/>
                        <a14:foregroundMark x1="5847" y1="97196" x2="84476" y2="92657"/>
                        <a14:foregroundMark x1="84476" y1="92657" x2="48589" y2="95060"/>
                        <a14:foregroundMark x1="48589" y1="95060" x2="82863" y2="96529"/>
                        <a14:foregroundMark x1="82863" y1="96529" x2="45363" y2="96529"/>
                        <a14:foregroundMark x1="45363" y1="96529" x2="45363" y2="96395"/>
                        <a14:foregroundMark x1="2016" y1="61415" x2="2823" y2="93992"/>
                        <a14:foregroundMark x1="2823" y1="93992" x2="7661" y2="99199"/>
                        <a14:foregroundMark x1="26815" y1="21896" x2="38911" y2="14019"/>
                        <a14:foregroundMark x1="38911" y1="14019" x2="46371" y2="17223"/>
                        <a14:foregroundMark x1="42137" y1="13485" x2="56048" y2="20160"/>
                        <a14:foregroundMark x1="56048" y1="20160" x2="53629" y2="22029"/>
                        <a14:foregroundMark x1="48790" y1="11482" x2="61895" y2="18158"/>
                        <a14:foregroundMark x1="61895" y1="18158" x2="60685" y2="19226"/>
                        <a14:foregroundMark x1="51008" y1="9613" x2="69758" y2="17757"/>
                        <a14:foregroundMark x1="69758" y1="17757" x2="68548" y2="19359"/>
                        <a14:foregroundMark x1="54435" y1="8278" x2="76815" y2="18158"/>
                        <a14:foregroundMark x1="76815" y1="18158" x2="74194" y2="20961"/>
                        <a14:foregroundMark x1="52218" y1="25634" x2="52218" y2="25634"/>
                        <a14:foregroundMark x1="53226" y1="26702" x2="53226" y2="26702"/>
                        <a14:foregroundMark x1="63105" y1="46729" x2="63105" y2="46729"/>
                        <a14:foregroundMark x1="66331" y1="43391" x2="66331" y2="43391"/>
                        <a14:foregroundMark x1="54032" y1="5207" x2="35081" y2="6409"/>
                        <a14:foregroundMark x1="35081" y1="6409" x2="28427" y2="12417"/>
                        <a14:foregroundMark x1="29637" y1="7210" x2="43952" y2="2136"/>
                        <a14:foregroundMark x1="43952" y1="2136" x2="65927" y2="6943"/>
                        <a14:foregroundMark x1="61492" y1="52069" x2="61492" y2="52069"/>
                        <a14:foregroundMark x1="88105" y1="73298" x2="88105" y2="73298"/>
                        <a14:foregroundMark x1="91331" y1="73431" x2="91331" y2="73431"/>
                        <a14:foregroundMark x1="94960" y1="75434" x2="82056" y2="71295"/>
                        <a14:foregroundMark x1="82056" y1="71295" x2="82056" y2="71295"/>
                        <a14:foregroundMark x1="86290" y1="72363" x2="83065" y2="70895"/>
                        <a14:foregroundMark x1="77823" y1="66489" x2="82258" y2="60881"/>
                        <a14:foregroundMark x1="19153" y1="20027" x2="20363" y2="18959"/>
                        <a14:foregroundMark x1="77419" y1="36048" x2="77823" y2="29773"/>
                      </a14:backgroundRemoval>
                    </a14:imgEffect>
                  </a14:imgLayer>
                </a14:imgProps>
              </a:ext>
            </a:extLst>
          </a:blip>
          <a:stretch>
            <a:fillRect/>
          </a:stretch>
        </p:blipFill>
        <p:spPr>
          <a:xfrm>
            <a:off x="13527438" y="1536267"/>
            <a:ext cx="2332291" cy="352194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954060905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restart="whenNotActive" fill="hold" evtFilter="cancelBubble" nodeType="interactiveSeq">
                <p:stCondLst>
                  <p:cond evt="onClick" delay="0">
                    <p:tgtEl>
                      <p:spTgt spid="6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3" fill="hold">
                      <p:stCondLst>
                        <p:cond delay="0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xit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6" dur="5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7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8" presetID="10" presetClass="exit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9" dur="50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6"/>
                  </p:tgtEl>
                </p:cond>
              </p:nextCondLst>
            </p:seq>
            <p:seq concurrent="1" nextAc="seek">
              <p:cTn id="11" restart="whenNotActive" fill="hold" evtFilter="cancelBubble" nodeType="interactiveSeq">
                <p:stCondLst>
                  <p:cond evt="onClick" delay="0">
                    <p:tgtEl>
                      <p:spTgt spid="12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12" fill="hold">
                      <p:stCondLst>
                        <p:cond delay="0"/>
                      </p:stCondLst>
                      <p:childTnLst>
                        <p:par>
                          <p:cTn id="13" fill="hold">
                            <p:stCondLst>
                              <p:cond delay="0"/>
                            </p:stCondLst>
                            <p:childTnLst>
                              <p:par>
                                <p:cTn id="14" presetID="26" presetClass="emph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15" dur="500" tmFilter="0, 0; .2, .5; .8, .5; 1, 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  <p:animScale>
                                      <p:cBhvr>
                                        <p:cTn id="16" dur="250" autoRev="1" fill="hold"/>
                                        <p:tgtEl>
                                          <p:spTgt spid="8"/>
                                        </p:tgtEl>
                                      </p:cBhvr>
                                      <p:by x="105000" y="105000"/>
                                    </p:animScale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12"/>
                  </p:tgtEl>
                </p:cond>
              </p:nextCondLst>
            </p:seq>
            <p:seq concurrent="1" nextAc="seek">
              <p:cTn id="17" restart="whenNotActive" fill="hold" evtFilter="cancelBubble" nodeType="interactiveSeq">
                <p:stCondLst>
                  <p:cond evt="onClick" delay="0">
                    <p:tgtEl>
                      <p:spTgt spid="8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18" fill="hold">
                      <p:stCondLst>
                        <p:cond delay="0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0" presetClass="path" presetSubtype="0" accel="50000" decel="5000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-0.02565 -0.68982 C -0.02565 -0.68912 -0.06042 -0.56713 -0.05234 -0.39862 C -0.04518 -0.23102 0.03372 0.2787 0.01862 0.32013 C 0.01354 0.33333 0.01081 0.35138 0.00625 0.36805 C 0.05391 0.4875 0.12539 0.39629 0.08581 0.46458 C 0.08477 0.47152 0.03008 0.58773 0.03086 0.59606 C 0.0349 0.63912 0.10794 0.58495 0.11602 0.61342 C 0.10625 0.6537 0.06172 0.69259 0.07096 0.7368 C 0.07682 0.76851 0.09297 0.8074 0.09961 0.83865 C 0.09518 0.86157 0.10026 0.96319 0.09701 0.9875 C 0.09557 0.99652 0.03828 0.92638 0.03828 0.92708 C -0.01628 0.84467 -0.08984 1.10879 -0.14635 1.02638 " pathEditMode="relative" rAng="0" ptsTypes="AAAAAAAAAAAA">
                                      <p:cBhvr>
                                        <p:cTn id="21" dur="2000" fill="hold"/>
                                        <p:tgtEl>
                                          <p:spTgt spid="12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  <p:rCtr x="1055" y="86620"/>
                                    </p:animMotion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2" fill="hold">
                            <p:stCondLst>
                              <p:cond delay="2000"/>
                            </p:stCondLst>
                            <p:childTnLst>
                              <p:par>
                                <p:cTn id="23" presetID="35" presetClass="path" presetSubtype="0" accel="50000" decel="5000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1.875E-6 2.96296E-6 L -1.31862 -0.0125 " pathEditMode="relative" rAng="0" ptsTypes="AA">
                                      <p:cBhvr>
                                        <p:cTn id="24" dur="1500" fill="hold"/>
                                        <p:tgtEl>
                                          <p:spTgt spid="13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  <p:rCtr x="-65938" y="-625"/>
                                    </p:animMotion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8"/>
                  </p:tgtEl>
                </p:cond>
              </p:nextCondLst>
            </p:seq>
          </p:childTnLst>
        </p:cTn>
      </p:par>
    </p:tnLst>
  </p:timing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Рисунок 3">
            <a:extLst>
              <a:ext uri="{FF2B5EF4-FFF2-40B4-BE49-F238E27FC236}">
                <a16:creationId xmlns:a16="http://schemas.microsoft.com/office/drawing/2014/main" id="{5B283769-FEA7-4BB0-BDDC-A014811AC13B}"/>
              </a:ext>
            </a:extLst>
          </p:cNvPr>
          <p:cNvPicPr>
            <a:picLocks noChangeAspect="1"/>
          </p:cNvPicPr>
          <p:nvPr/>
        </p:nvPicPr>
        <p:blipFill rotWithShape="1">
          <a:blip r:embed="rId2"/>
          <a:srcRect l="26158" r="2317" b="4716"/>
          <a:stretch/>
        </p:blipFill>
        <p:spPr>
          <a:xfrm>
            <a:off x="0" y="-956153"/>
            <a:ext cx="12197632" cy="7814153"/>
          </a:xfrm>
          <a:prstGeom prst="rect">
            <a:avLst/>
          </a:prstGeom>
        </p:spPr>
      </p:pic>
      <p:pic>
        <p:nvPicPr>
          <p:cNvPr id="6" name="4 7">
            <a:extLst>
              <a:ext uri="{FF2B5EF4-FFF2-40B4-BE49-F238E27FC236}">
                <a16:creationId xmlns:a16="http://schemas.microsoft.com/office/drawing/2014/main" id="{3008A655-5927-43D9-A523-A020F4E3A9EA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1216724" y="1358901"/>
            <a:ext cx="797476" cy="1456967"/>
          </a:xfrm>
          <a:prstGeom prst="rect">
            <a:avLst/>
          </a:prstGeom>
        </p:spPr>
      </p:pic>
      <p:pic>
        <p:nvPicPr>
          <p:cNvPr id="8" name="шут 7">
            <a:extLst>
              <a:ext uri="{FF2B5EF4-FFF2-40B4-BE49-F238E27FC236}">
                <a16:creationId xmlns:a16="http://schemas.microsoft.com/office/drawing/2014/main" id="{9E8ED289-FE91-4CA1-A7C2-B34D820448C0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378636" y="4052936"/>
            <a:ext cx="830493" cy="1465096"/>
          </a:xfrm>
          <a:prstGeom prst="rect">
            <a:avLst/>
          </a:prstGeom>
        </p:spPr>
      </p:pic>
      <p:pic>
        <p:nvPicPr>
          <p:cNvPr id="10" name="Нижняя панель">
            <a:extLst>
              <a:ext uri="{FF2B5EF4-FFF2-40B4-BE49-F238E27FC236}">
                <a16:creationId xmlns:a16="http://schemas.microsoft.com/office/drawing/2014/main" id="{8224F52E-440D-45DF-B51E-5452B6ABC8F6}"/>
              </a:ext>
            </a:extLst>
          </p:cNvPr>
          <p:cNvPicPr>
            <a:picLocks noChangeAspect="1"/>
          </p:cNvPicPr>
          <p:nvPr/>
        </p:nvPicPr>
        <p:blipFill rotWithShape="1"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1320" r="1235"/>
          <a:stretch/>
        </p:blipFill>
        <p:spPr>
          <a:xfrm>
            <a:off x="0" y="5855782"/>
            <a:ext cx="12192000" cy="1084123"/>
          </a:xfrm>
          <a:prstGeom prst="rect">
            <a:avLst/>
          </a:prstGeom>
          <a:solidFill>
            <a:srgbClr val="424F50"/>
          </a:solidFill>
        </p:spPr>
      </p:pic>
      <p:pic>
        <p:nvPicPr>
          <p:cNvPr id="11" name="Вперед (кнопка)">
            <a:hlinkClick r:id="rId6" action="ppaction://hlinksldjump"/>
            <a:extLst>
              <a:ext uri="{FF2B5EF4-FFF2-40B4-BE49-F238E27FC236}">
                <a16:creationId xmlns:a16="http://schemas.microsoft.com/office/drawing/2014/main" id="{A0D6A591-B069-4F5E-BF4E-7E018490ED9C}"/>
              </a:ext>
            </a:extLst>
          </p:cNvPr>
          <p:cNvPicPr>
            <a:picLocks noChangeAspect="1"/>
          </p:cNvPicPr>
          <p:nvPr/>
        </p:nvPicPr>
        <p:blipFill>
          <a:blip r:embed="rId7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883378" y="6017480"/>
            <a:ext cx="1957597" cy="760725"/>
          </a:xfrm>
          <a:prstGeom prst="rect">
            <a:avLst/>
          </a:prstGeom>
          <a:solidFill>
            <a:schemeClr val="accent2">
              <a:lumMod val="50000"/>
            </a:schemeClr>
          </a:solidFill>
        </p:spPr>
      </p:pic>
      <p:pic>
        <p:nvPicPr>
          <p:cNvPr id="12" name="Рисунок 11">
            <a:extLst>
              <a:ext uri="{FF2B5EF4-FFF2-40B4-BE49-F238E27FC236}">
                <a16:creationId xmlns:a16="http://schemas.microsoft.com/office/drawing/2014/main" id="{18C84AB6-6EDC-4892-8E6D-486D9ECA57A1}"/>
              </a:ext>
            </a:extLst>
          </p:cNvPr>
          <p:cNvPicPr>
            <a:picLocks noChangeAspect="1"/>
          </p:cNvPicPr>
          <p:nvPr/>
        </p:nvPicPr>
        <p:blipFill>
          <a:blip r:embed="rId8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883378" y="5897327"/>
            <a:ext cx="1957597" cy="960673"/>
          </a:xfrm>
          <a:prstGeom prst="rect">
            <a:avLst/>
          </a:prstGeom>
        </p:spPr>
      </p:pic>
      <p:pic>
        <p:nvPicPr>
          <p:cNvPr id="13" name="Рисунок 12">
            <a:extLst>
              <a:ext uri="{FF2B5EF4-FFF2-40B4-BE49-F238E27FC236}">
                <a16:creationId xmlns:a16="http://schemas.microsoft.com/office/drawing/2014/main" id="{76C53395-5ECF-4606-BEDD-045EEFF967BF}"/>
              </a:ext>
            </a:extLst>
          </p:cNvPr>
          <p:cNvPicPr>
            <a:picLocks noChangeAspect="1"/>
          </p:cNvPicPr>
          <p:nvPr/>
        </p:nvPicPr>
        <p:blipFill>
          <a:blip r:embed="rId9">
            <a:extLst>
              <a:ext uri="{BEBA8EAE-BF5A-486C-A8C5-ECC9F3942E4B}">
                <a14:imgProps xmlns:a14="http://schemas.microsoft.com/office/drawing/2010/main">
                  <a14:imgLayer r:embed="rId10">
                    <a14:imgEffect>
                      <a14:backgroundRemoval t="4263" b="99645" l="9742" r="89861">
                        <a14:foregroundMark x1="33400" y1="77265" x2="42147" y2="39964"/>
                        <a14:foregroundMark x1="42147" y1="39964" x2="47117" y2="55062"/>
                        <a14:foregroundMark x1="47117" y1="55062" x2="40557" y2="90409"/>
                        <a14:foregroundMark x1="40557" y1="90409" x2="49503" y2="99822"/>
                        <a14:foregroundMark x1="49503" y1="99822" x2="56859" y2="92895"/>
                        <a14:foregroundMark x1="56859" y1="92895" x2="61829" y2="59325"/>
                        <a14:foregroundMark x1="61829" y1="59325" x2="65010" y2="69272"/>
                        <a14:foregroundMark x1="65010" y1="69272" x2="69185" y2="53108"/>
                        <a14:foregroundMark x1="69185" y1="53108" x2="65209" y2="43872"/>
                        <a14:foregroundMark x1="65209" y1="43872" x2="50298" y2="29840"/>
                        <a14:foregroundMark x1="50298" y1="29840" x2="49901" y2="26998"/>
                        <a14:foregroundMark x1="50099" y1="47780" x2="54672" y2="46536"/>
                        <a14:foregroundMark x1="51292" y1="68561" x2="54473" y2="71581"/>
                        <a14:foregroundMark x1="49503" y1="95737" x2="57455" y2="91474"/>
                        <a14:foregroundMark x1="43539" y1="96448" x2="43539" y2="99822"/>
                        <a14:foregroundMark x1="52684" y1="98224" x2="52684" y2="98224"/>
                        <a14:foregroundMark x1="72565" y1="70160" x2="72565" y2="96270"/>
                        <a14:foregroundMark x1="82704" y1="6750" x2="82505" y2="99645"/>
                        <a14:foregroundMark x1="83101" y1="5329" x2="83101" y2="5329"/>
                        <a14:foregroundMark x1="83101" y1="5329" x2="83101" y2="6217"/>
                        <a14:foregroundMark x1="84294" y1="4263" x2="84294" y2="4263"/>
                        <a14:foregroundMark x1="26243" y1="16696" x2="26243" y2="16696"/>
                        <a14:foregroundMark x1="24453" y1="15631" x2="24453" y2="15631"/>
                        <a14:backgroundMark x1="32803" y1="7815" x2="32803" y2="7815"/>
                        <a14:backgroundMark x1="14314" y1="75666" x2="14314" y2="75666"/>
                        <a14:backgroundMark x1="86481" y1="21847" x2="86481" y2="21847"/>
                      </a14:backgroundRemoval>
                    </a14:imgEffect>
                  </a14:imgLayer>
                </a14:imgProps>
              </a:ext>
            </a:extLst>
          </a:blip>
          <a:stretch>
            <a:fillRect/>
          </a:stretch>
        </p:blipFill>
        <p:spPr>
          <a:xfrm>
            <a:off x="-2542098" y="-5762108"/>
            <a:ext cx="4791744" cy="5363323"/>
          </a:xfrm>
          <a:prstGeom prst="rect">
            <a:avLst/>
          </a:prstGeom>
        </p:spPr>
      </p:pic>
      <p:pic>
        <p:nvPicPr>
          <p:cNvPr id="14" name="Рисунок 13">
            <a:extLst>
              <a:ext uri="{FF2B5EF4-FFF2-40B4-BE49-F238E27FC236}">
                <a16:creationId xmlns:a16="http://schemas.microsoft.com/office/drawing/2014/main" id="{98D5DD84-0DB8-489F-86CE-5720DB25FC6B}"/>
              </a:ext>
            </a:extLst>
          </p:cNvPr>
          <p:cNvPicPr>
            <a:picLocks noChangeAspect="1"/>
          </p:cNvPicPr>
          <p:nvPr/>
        </p:nvPicPr>
        <p:blipFill>
          <a:blip r:embed="rId11">
            <a:extLst>
              <a:ext uri="{BEBA8EAE-BF5A-486C-A8C5-ECC9F3942E4B}">
                <a14:imgProps xmlns:a14="http://schemas.microsoft.com/office/drawing/2010/main">
                  <a14:imgLayer r:embed="rId12">
                    <a14:imgEffect>
                      <a14:backgroundRemoval t="2136" b="99199" l="2823" r="97984">
                        <a14:foregroundMark x1="31048" y1="19760" x2="31048" y2="19760"/>
                        <a14:foregroundMark x1="35484" y1="14686" x2="36694" y2="24700"/>
                        <a14:foregroundMark x1="36694" y1="24700" x2="38306" y2="23097"/>
                        <a14:foregroundMark x1="26815" y1="39920" x2="18145" y2="49933"/>
                        <a14:foregroundMark x1="18145" y1="49933" x2="3427" y2="53271"/>
                        <a14:foregroundMark x1="3427" y1="53271" x2="9677" y2="98264"/>
                        <a14:foregroundMark x1="9677" y1="98264" x2="44153" y2="97196"/>
                        <a14:foregroundMark x1="44153" y1="97196" x2="77419" y2="98665"/>
                        <a14:foregroundMark x1="77419" y1="98665" x2="96371" y2="94660"/>
                        <a14:foregroundMark x1="96371" y1="94660" x2="97984" y2="81842"/>
                        <a14:foregroundMark x1="97984" y1="81842" x2="77419" y2="71162"/>
                        <a14:foregroundMark x1="77419" y1="71162" x2="76411" y2="59680"/>
                        <a14:foregroundMark x1="76411" y1="59680" x2="59677" y2="54740"/>
                        <a14:foregroundMark x1="59677" y1="54740" x2="54435" y2="47130"/>
                        <a14:foregroundMark x1="28226" y1="52870" x2="30242" y2="71696"/>
                        <a14:foregroundMark x1="30242" y1="71696" x2="44758" y2="74366"/>
                        <a14:foregroundMark x1="44758" y1="74366" x2="59274" y2="87583"/>
                        <a14:foregroundMark x1="59274" y1="87583" x2="62903" y2="83311"/>
                        <a14:foregroundMark x1="75403" y1="91722" x2="31653" y2="87049"/>
                        <a14:foregroundMark x1="31653" y1="87049" x2="41331" y2="94393"/>
                        <a14:foregroundMark x1="41331" y1="94393" x2="5847" y2="97196"/>
                        <a14:foregroundMark x1="5847" y1="97196" x2="84476" y2="92657"/>
                        <a14:foregroundMark x1="84476" y1="92657" x2="48589" y2="95060"/>
                        <a14:foregroundMark x1="48589" y1="95060" x2="82863" y2="96529"/>
                        <a14:foregroundMark x1="82863" y1="96529" x2="45363" y2="96529"/>
                        <a14:foregroundMark x1="45363" y1="96529" x2="45363" y2="96395"/>
                        <a14:foregroundMark x1="2016" y1="61415" x2="2823" y2="93992"/>
                        <a14:foregroundMark x1="2823" y1="93992" x2="7661" y2="99199"/>
                        <a14:foregroundMark x1="26815" y1="21896" x2="38911" y2="14019"/>
                        <a14:foregroundMark x1="38911" y1="14019" x2="46371" y2="17223"/>
                        <a14:foregroundMark x1="42137" y1="13485" x2="56048" y2="20160"/>
                        <a14:foregroundMark x1="56048" y1="20160" x2="53629" y2="22029"/>
                        <a14:foregroundMark x1="48790" y1="11482" x2="61895" y2="18158"/>
                        <a14:foregroundMark x1="61895" y1="18158" x2="60685" y2="19226"/>
                        <a14:foregroundMark x1="51008" y1="9613" x2="69758" y2="17757"/>
                        <a14:foregroundMark x1="69758" y1="17757" x2="68548" y2="19359"/>
                        <a14:foregroundMark x1="54435" y1="8278" x2="76815" y2="18158"/>
                        <a14:foregroundMark x1="76815" y1="18158" x2="74194" y2="20961"/>
                        <a14:foregroundMark x1="52218" y1="25634" x2="52218" y2="25634"/>
                        <a14:foregroundMark x1="53226" y1="26702" x2="53226" y2="26702"/>
                        <a14:foregroundMark x1="63105" y1="46729" x2="63105" y2="46729"/>
                        <a14:foregroundMark x1="66331" y1="43391" x2="66331" y2="43391"/>
                        <a14:foregroundMark x1="54032" y1="5207" x2="35081" y2="6409"/>
                        <a14:foregroundMark x1="35081" y1="6409" x2="28427" y2="12417"/>
                        <a14:foregroundMark x1="29637" y1="7210" x2="43952" y2="2136"/>
                        <a14:foregroundMark x1="43952" y1="2136" x2="65927" y2="6943"/>
                        <a14:foregroundMark x1="61492" y1="52069" x2="61492" y2="52069"/>
                        <a14:foregroundMark x1="88105" y1="73298" x2="88105" y2="73298"/>
                        <a14:foregroundMark x1="91331" y1="73431" x2="91331" y2="73431"/>
                        <a14:foregroundMark x1="94960" y1="75434" x2="82056" y2="71295"/>
                        <a14:foregroundMark x1="82056" y1="71295" x2="82056" y2="71295"/>
                        <a14:foregroundMark x1="86290" y1="72363" x2="83065" y2="70895"/>
                        <a14:foregroundMark x1="77823" y1="66489" x2="82258" y2="60881"/>
                        <a14:foregroundMark x1="19153" y1="20027" x2="20363" y2="18959"/>
                        <a14:foregroundMark x1="77419" y1="36048" x2="77823" y2="29773"/>
                      </a14:backgroundRemoval>
                    </a14:imgEffect>
                  </a14:imgLayer>
                </a14:imgProps>
              </a:ext>
            </a:extLst>
          </a:blip>
          <a:stretch>
            <a:fillRect/>
          </a:stretch>
        </p:blipFill>
        <p:spPr>
          <a:xfrm>
            <a:off x="13527438" y="1536267"/>
            <a:ext cx="2332291" cy="352194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655842327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restart="whenNotActive" fill="hold" evtFilter="cancelBubble" nodeType="interactiveSeq">
                <p:stCondLst>
                  <p:cond evt="onClick" delay="0">
                    <p:tgtEl>
                      <p:spTgt spid="6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3" fill="hold">
                      <p:stCondLst>
                        <p:cond delay="0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xit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6" dur="5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7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8" presetID="10" presetClass="exit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9" dur="50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6"/>
                  </p:tgtEl>
                </p:cond>
              </p:nextCondLst>
            </p:seq>
            <p:seq concurrent="1" nextAc="seek">
              <p:cTn id="11" restart="whenNotActive" fill="hold" evtFilter="cancelBubble" nodeType="interactiveSeq">
                <p:stCondLst>
                  <p:cond evt="onClick" delay="0">
                    <p:tgtEl>
                      <p:spTgt spid="13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12" fill="hold">
                      <p:stCondLst>
                        <p:cond delay="0"/>
                      </p:stCondLst>
                      <p:childTnLst>
                        <p:par>
                          <p:cTn id="13" fill="hold">
                            <p:stCondLst>
                              <p:cond delay="0"/>
                            </p:stCondLst>
                            <p:childTnLst>
                              <p:par>
                                <p:cTn id="14" presetID="26" presetClass="emph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15" dur="500" tmFilter="0, 0; .2, .5; .8, .5; 1, 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  <p:animScale>
                                      <p:cBhvr>
                                        <p:cTn id="16" dur="250" autoRev="1" fill="hold"/>
                                        <p:tgtEl>
                                          <p:spTgt spid="8"/>
                                        </p:tgtEl>
                                      </p:cBhvr>
                                      <p:by x="105000" y="105000"/>
                                    </p:animScale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13"/>
                  </p:tgtEl>
                </p:cond>
              </p:nextCondLst>
            </p:seq>
            <p:seq concurrent="1" nextAc="seek">
              <p:cTn id="17" restart="whenNotActive" fill="hold" evtFilter="cancelBubble" nodeType="interactiveSeq">
                <p:stCondLst>
                  <p:cond evt="onClick" delay="0">
                    <p:tgtEl>
                      <p:spTgt spid="8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18" fill="hold">
                      <p:stCondLst>
                        <p:cond delay="0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0" presetClass="path" presetSubtype="0" accel="50000" decel="5000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-0.02565 -0.68982 C -0.02565 -0.68912 -0.06042 -0.56713 -0.05234 -0.39862 C -0.04518 -0.23102 0.03372 0.2787 0.01862 0.32013 C 0.01354 0.33333 0.01081 0.35138 0.00625 0.36805 C 0.05391 0.4875 0.12539 0.39629 0.08581 0.46458 C 0.08477 0.47152 0.03008 0.58773 0.03086 0.59606 C 0.0349 0.63912 0.10794 0.58495 0.11602 0.61342 C 0.10625 0.6537 0.06172 0.69259 0.07096 0.7368 C 0.07682 0.76851 0.09297 0.8074 0.09961 0.83865 C 0.09518 0.86157 0.10026 0.96319 0.09701 0.9875 C 0.09557 0.99652 0.03828 0.92638 0.03828 0.92708 C -0.01628 0.84467 -0.08984 1.10879 -0.14635 1.02638 " pathEditMode="relative" rAng="0" ptsTypes="AAAAAAAAAAAA">
                                      <p:cBhvr>
                                        <p:cTn id="21" dur="2000" fill="hold"/>
                                        <p:tgtEl>
                                          <p:spTgt spid="13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  <p:rCtr x="1055" y="86620"/>
                                    </p:animMotion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2" fill="hold">
                            <p:stCondLst>
                              <p:cond delay="2000"/>
                            </p:stCondLst>
                            <p:childTnLst>
                              <p:par>
                                <p:cTn id="23" presetID="35" presetClass="path" presetSubtype="0" accel="50000" decel="5000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1.875E-6 2.96296E-6 L -1.31862 -0.0125 " pathEditMode="relative" rAng="0" ptsTypes="AA">
                                      <p:cBhvr>
                                        <p:cTn id="24" dur="1500" fill="hold"/>
                                        <p:tgtEl>
                                          <p:spTgt spid="14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  <p:rCtr x="-65938" y="-625"/>
                                    </p:animMotion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8"/>
                  </p:tgtEl>
                </p:cond>
              </p:nextCondLst>
            </p:seq>
          </p:childTnLst>
        </p:cTn>
      </p:par>
    </p:tnLst>
  </p:timing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Рисунок 3">
            <a:extLst>
              <a:ext uri="{FF2B5EF4-FFF2-40B4-BE49-F238E27FC236}">
                <a16:creationId xmlns:a16="http://schemas.microsoft.com/office/drawing/2014/main" id="{2CA2CBB4-1400-4144-88AA-92065B832588}"/>
              </a:ext>
            </a:extLst>
          </p:cNvPr>
          <p:cNvPicPr>
            <a:picLocks noChangeAspect="1"/>
          </p:cNvPicPr>
          <p:nvPr/>
        </p:nvPicPr>
        <p:blipFill rotWithShape="1">
          <a:blip r:embed="rId2"/>
          <a:srcRect l="11454" t="8747"/>
          <a:stretch/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pic>
        <p:nvPicPr>
          <p:cNvPr id="6" name="ученый 8 слайд">
            <a:extLst>
              <a:ext uri="{FF2B5EF4-FFF2-40B4-BE49-F238E27FC236}">
                <a16:creationId xmlns:a16="http://schemas.microsoft.com/office/drawing/2014/main" id="{E37C44D2-04EC-4327-A60F-9BEF70269CD2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650840" y="4104651"/>
            <a:ext cx="760513" cy="1350762"/>
          </a:xfrm>
          <a:prstGeom prst="rect">
            <a:avLst/>
          </a:prstGeom>
        </p:spPr>
      </p:pic>
      <p:pic>
        <p:nvPicPr>
          <p:cNvPr id="7" name="1 8">
            <a:extLst>
              <a:ext uri="{FF2B5EF4-FFF2-40B4-BE49-F238E27FC236}">
                <a16:creationId xmlns:a16="http://schemas.microsoft.com/office/drawing/2014/main" id="{D53FBEA2-362D-43A7-9A1F-E02FE38B4696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1370367" y="1880826"/>
            <a:ext cx="776639" cy="1350762"/>
          </a:xfrm>
          <a:prstGeom prst="rect">
            <a:avLst/>
          </a:prstGeom>
        </p:spPr>
      </p:pic>
      <p:pic>
        <p:nvPicPr>
          <p:cNvPr id="10" name="Нижняя панель">
            <a:extLst>
              <a:ext uri="{FF2B5EF4-FFF2-40B4-BE49-F238E27FC236}">
                <a16:creationId xmlns:a16="http://schemas.microsoft.com/office/drawing/2014/main" id="{7F26486D-7093-4864-BF71-B43D04802D2C}"/>
              </a:ext>
            </a:extLst>
          </p:cNvPr>
          <p:cNvPicPr>
            <a:picLocks noChangeAspect="1"/>
          </p:cNvPicPr>
          <p:nvPr/>
        </p:nvPicPr>
        <p:blipFill rotWithShape="1"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1320" r="1235"/>
          <a:stretch/>
        </p:blipFill>
        <p:spPr>
          <a:xfrm>
            <a:off x="19636" y="5806891"/>
            <a:ext cx="12192000" cy="1084123"/>
          </a:xfrm>
          <a:prstGeom prst="rect">
            <a:avLst/>
          </a:prstGeom>
          <a:solidFill>
            <a:srgbClr val="424F50"/>
          </a:solidFill>
        </p:spPr>
      </p:pic>
      <p:pic>
        <p:nvPicPr>
          <p:cNvPr id="11" name="Вперед (кнопка)">
            <a:hlinkClick r:id="rId6" action="ppaction://hlinksldjump"/>
            <a:extLst>
              <a:ext uri="{FF2B5EF4-FFF2-40B4-BE49-F238E27FC236}">
                <a16:creationId xmlns:a16="http://schemas.microsoft.com/office/drawing/2014/main" id="{944C60D9-B171-4EBB-A9F0-383E4A385293}"/>
              </a:ext>
            </a:extLst>
          </p:cNvPr>
          <p:cNvPicPr>
            <a:picLocks noChangeAspect="1"/>
          </p:cNvPicPr>
          <p:nvPr/>
        </p:nvPicPr>
        <p:blipFill>
          <a:blip r:embed="rId7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883378" y="6017480"/>
            <a:ext cx="1957597" cy="760725"/>
          </a:xfrm>
          <a:prstGeom prst="rect">
            <a:avLst/>
          </a:prstGeom>
          <a:solidFill>
            <a:schemeClr val="accent2">
              <a:lumMod val="50000"/>
            </a:schemeClr>
          </a:solidFill>
        </p:spPr>
      </p:pic>
      <p:pic>
        <p:nvPicPr>
          <p:cNvPr id="12" name="Рисунок 11">
            <a:extLst>
              <a:ext uri="{FF2B5EF4-FFF2-40B4-BE49-F238E27FC236}">
                <a16:creationId xmlns:a16="http://schemas.microsoft.com/office/drawing/2014/main" id="{CE96FD0F-C253-4EA6-BCE1-3924EACA2804}"/>
              </a:ext>
            </a:extLst>
          </p:cNvPr>
          <p:cNvPicPr>
            <a:picLocks noChangeAspect="1"/>
          </p:cNvPicPr>
          <p:nvPr/>
        </p:nvPicPr>
        <p:blipFill>
          <a:blip r:embed="rId8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883378" y="5891740"/>
            <a:ext cx="1977233" cy="960673"/>
          </a:xfrm>
          <a:prstGeom prst="rect">
            <a:avLst/>
          </a:prstGeom>
        </p:spPr>
      </p:pic>
      <p:pic>
        <p:nvPicPr>
          <p:cNvPr id="13" name="Рисунок 12">
            <a:extLst>
              <a:ext uri="{FF2B5EF4-FFF2-40B4-BE49-F238E27FC236}">
                <a16:creationId xmlns:a16="http://schemas.microsoft.com/office/drawing/2014/main" id="{B1C29BFB-7657-4E0B-99D9-59FBDD64A09C}"/>
              </a:ext>
            </a:extLst>
          </p:cNvPr>
          <p:cNvPicPr>
            <a:picLocks noChangeAspect="1"/>
          </p:cNvPicPr>
          <p:nvPr/>
        </p:nvPicPr>
        <p:blipFill>
          <a:blip r:embed="rId9">
            <a:extLst>
              <a:ext uri="{BEBA8EAE-BF5A-486C-A8C5-ECC9F3942E4B}">
                <a14:imgProps xmlns:a14="http://schemas.microsoft.com/office/drawing/2010/main">
                  <a14:imgLayer r:embed="rId10">
                    <a14:imgEffect>
                      <a14:backgroundRemoval t="4263" b="99645" l="9742" r="89861">
                        <a14:foregroundMark x1="33400" y1="77265" x2="42147" y2="39964"/>
                        <a14:foregroundMark x1="42147" y1="39964" x2="47117" y2="55062"/>
                        <a14:foregroundMark x1="47117" y1="55062" x2="40557" y2="90409"/>
                        <a14:foregroundMark x1="40557" y1="90409" x2="49503" y2="99822"/>
                        <a14:foregroundMark x1="49503" y1="99822" x2="56859" y2="92895"/>
                        <a14:foregroundMark x1="56859" y1="92895" x2="61829" y2="59325"/>
                        <a14:foregroundMark x1="61829" y1="59325" x2="65010" y2="69272"/>
                        <a14:foregroundMark x1="65010" y1="69272" x2="69185" y2="53108"/>
                        <a14:foregroundMark x1="69185" y1="53108" x2="65209" y2="43872"/>
                        <a14:foregroundMark x1="65209" y1="43872" x2="50298" y2="29840"/>
                        <a14:foregroundMark x1="50298" y1="29840" x2="49901" y2="26998"/>
                        <a14:foregroundMark x1="50099" y1="47780" x2="54672" y2="46536"/>
                        <a14:foregroundMark x1="51292" y1="68561" x2="54473" y2="71581"/>
                        <a14:foregroundMark x1="49503" y1="95737" x2="57455" y2="91474"/>
                        <a14:foregroundMark x1="43539" y1="96448" x2="43539" y2="99822"/>
                        <a14:foregroundMark x1="52684" y1="98224" x2="52684" y2="98224"/>
                        <a14:foregroundMark x1="72565" y1="70160" x2="72565" y2="96270"/>
                        <a14:foregroundMark x1="82704" y1="6750" x2="82505" y2="99645"/>
                        <a14:foregroundMark x1="83101" y1="5329" x2="83101" y2="5329"/>
                        <a14:foregroundMark x1="83101" y1="5329" x2="83101" y2="6217"/>
                        <a14:foregroundMark x1="84294" y1="4263" x2="84294" y2="4263"/>
                        <a14:foregroundMark x1="26243" y1="16696" x2="26243" y2="16696"/>
                        <a14:foregroundMark x1="24453" y1="15631" x2="24453" y2="15631"/>
                        <a14:backgroundMark x1="32803" y1="7815" x2="32803" y2="7815"/>
                        <a14:backgroundMark x1="14314" y1="75666" x2="14314" y2="75666"/>
                        <a14:backgroundMark x1="86481" y1="21847" x2="86481" y2="21847"/>
                      </a14:backgroundRemoval>
                    </a14:imgEffect>
                  </a14:imgLayer>
                </a14:imgProps>
              </a:ext>
            </a:extLst>
          </a:blip>
          <a:stretch>
            <a:fillRect/>
          </a:stretch>
        </p:blipFill>
        <p:spPr>
          <a:xfrm>
            <a:off x="-2542098" y="-5762108"/>
            <a:ext cx="4791744" cy="5363323"/>
          </a:xfrm>
          <a:prstGeom prst="rect">
            <a:avLst/>
          </a:prstGeom>
        </p:spPr>
      </p:pic>
      <p:pic>
        <p:nvPicPr>
          <p:cNvPr id="14" name="Рисунок 13">
            <a:extLst>
              <a:ext uri="{FF2B5EF4-FFF2-40B4-BE49-F238E27FC236}">
                <a16:creationId xmlns:a16="http://schemas.microsoft.com/office/drawing/2014/main" id="{4B2347D1-4CC2-4AA1-8C01-D864AD2F73C7}"/>
              </a:ext>
            </a:extLst>
          </p:cNvPr>
          <p:cNvPicPr>
            <a:picLocks noChangeAspect="1"/>
          </p:cNvPicPr>
          <p:nvPr/>
        </p:nvPicPr>
        <p:blipFill>
          <a:blip r:embed="rId11">
            <a:extLst>
              <a:ext uri="{BEBA8EAE-BF5A-486C-A8C5-ECC9F3942E4B}">
                <a14:imgProps xmlns:a14="http://schemas.microsoft.com/office/drawing/2010/main">
                  <a14:imgLayer r:embed="rId12">
                    <a14:imgEffect>
                      <a14:backgroundRemoval t="2136" b="99199" l="2823" r="97984">
                        <a14:foregroundMark x1="31048" y1="19760" x2="31048" y2="19760"/>
                        <a14:foregroundMark x1="35484" y1="14686" x2="36694" y2="24700"/>
                        <a14:foregroundMark x1="36694" y1="24700" x2="38306" y2="23097"/>
                        <a14:foregroundMark x1="26815" y1="39920" x2="18145" y2="49933"/>
                        <a14:foregroundMark x1="18145" y1="49933" x2="3427" y2="53271"/>
                        <a14:foregroundMark x1="3427" y1="53271" x2="9677" y2="98264"/>
                        <a14:foregroundMark x1="9677" y1="98264" x2="44153" y2="97196"/>
                        <a14:foregroundMark x1="44153" y1="97196" x2="77419" y2="98665"/>
                        <a14:foregroundMark x1="77419" y1="98665" x2="96371" y2="94660"/>
                        <a14:foregroundMark x1="96371" y1="94660" x2="97984" y2="81842"/>
                        <a14:foregroundMark x1="97984" y1="81842" x2="77419" y2="71162"/>
                        <a14:foregroundMark x1="77419" y1="71162" x2="76411" y2="59680"/>
                        <a14:foregroundMark x1="76411" y1="59680" x2="59677" y2="54740"/>
                        <a14:foregroundMark x1="59677" y1="54740" x2="54435" y2="47130"/>
                        <a14:foregroundMark x1="28226" y1="52870" x2="30242" y2="71696"/>
                        <a14:foregroundMark x1="30242" y1="71696" x2="44758" y2="74366"/>
                        <a14:foregroundMark x1="44758" y1="74366" x2="59274" y2="87583"/>
                        <a14:foregroundMark x1="59274" y1="87583" x2="62903" y2="83311"/>
                        <a14:foregroundMark x1="75403" y1="91722" x2="31653" y2="87049"/>
                        <a14:foregroundMark x1="31653" y1="87049" x2="41331" y2="94393"/>
                        <a14:foregroundMark x1="41331" y1="94393" x2="5847" y2="97196"/>
                        <a14:foregroundMark x1="5847" y1="97196" x2="84476" y2="92657"/>
                        <a14:foregroundMark x1="84476" y1="92657" x2="48589" y2="95060"/>
                        <a14:foregroundMark x1="48589" y1="95060" x2="82863" y2="96529"/>
                        <a14:foregroundMark x1="82863" y1="96529" x2="45363" y2="96529"/>
                        <a14:foregroundMark x1="45363" y1="96529" x2="45363" y2="96395"/>
                        <a14:foregroundMark x1="2016" y1="61415" x2="2823" y2="93992"/>
                        <a14:foregroundMark x1="2823" y1="93992" x2="7661" y2="99199"/>
                        <a14:foregroundMark x1="26815" y1="21896" x2="38911" y2="14019"/>
                        <a14:foregroundMark x1="38911" y1="14019" x2="46371" y2="17223"/>
                        <a14:foregroundMark x1="42137" y1="13485" x2="56048" y2="20160"/>
                        <a14:foregroundMark x1="56048" y1="20160" x2="53629" y2="22029"/>
                        <a14:foregroundMark x1="48790" y1="11482" x2="61895" y2="18158"/>
                        <a14:foregroundMark x1="61895" y1="18158" x2="60685" y2="19226"/>
                        <a14:foregroundMark x1="51008" y1="9613" x2="69758" y2="17757"/>
                        <a14:foregroundMark x1="69758" y1="17757" x2="68548" y2="19359"/>
                        <a14:foregroundMark x1="54435" y1="8278" x2="76815" y2="18158"/>
                        <a14:foregroundMark x1="76815" y1="18158" x2="74194" y2="20961"/>
                        <a14:foregroundMark x1="52218" y1="25634" x2="52218" y2="25634"/>
                        <a14:foregroundMark x1="53226" y1="26702" x2="53226" y2="26702"/>
                        <a14:foregroundMark x1="63105" y1="46729" x2="63105" y2="46729"/>
                        <a14:foregroundMark x1="66331" y1="43391" x2="66331" y2="43391"/>
                        <a14:foregroundMark x1="54032" y1="5207" x2="35081" y2="6409"/>
                        <a14:foregroundMark x1="35081" y1="6409" x2="28427" y2="12417"/>
                        <a14:foregroundMark x1="29637" y1="7210" x2="43952" y2="2136"/>
                        <a14:foregroundMark x1="43952" y1="2136" x2="65927" y2="6943"/>
                        <a14:foregroundMark x1="61492" y1="52069" x2="61492" y2="52069"/>
                        <a14:foregroundMark x1="88105" y1="73298" x2="88105" y2="73298"/>
                        <a14:foregroundMark x1="91331" y1="73431" x2="91331" y2="73431"/>
                        <a14:foregroundMark x1="94960" y1="75434" x2="82056" y2="71295"/>
                        <a14:foregroundMark x1="82056" y1="71295" x2="82056" y2="71295"/>
                        <a14:foregroundMark x1="86290" y1="72363" x2="83065" y2="70895"/>
                        <a14:foregroundMark x1="77823" y1="66489" x2="82258" y2="60881"/>
                        <a14:foregroundMark x1="19153" y1="20027" x2="20363" y2="18959"/>
                        <a14:foregroundMark x1="77419" y1="36048" x2="77823" y2="29773"/>
                      </a14:backgroundRemoval>
                    </a14:imgEffect>
                  </a14:imgLayer>
                </a14:imgProps>
              </a:ext>
            </a:extLst>
          </a:blip>
          <a:stretch>
            <a:fillRect/>
          </a:stretch>
        </p:blipFill>
        <p:spPr>
          <a:xfrm>
            <a:off x="13527438" y="1536267"/>
            <a:ext cx="2332291" cy="352194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038632182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restart="whenNotActive" fill="hold" evtFilter="cancelBubble" nodeType="interactiveSeq">
                <p:stCondLst>
                  <p:cond evt="onClick" delay="0">
                    <p:tgtEl>
                      <p:spTgt spid="6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3" fill="hold">
                      <p:stCondLst>
                        <p:cond delay="0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xit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6" dur="5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7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8" presetID="10" presetClass="exit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9" dur="50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6"/>
                  </p:tgtEl>
                </p:cond>
              </p:nextCondLst>
            </p:seq>
            <p:seq concurrent="1" nextAc="seek">
              <p:cTn id="11" restart="whenNotActive" fill="hold" evtFilter="cancelBubble" nodeType="interactiveSeq">
                <p:stCondLst>
                  <p:cond evt="onClick" delay="0">
                    <p:tgtEl>
                      <p:spTgt spid="13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12" fill="hold">
                      <p:stCondLst>
                        <p:cond delay="0"/>
                      </p:stCondLst>
                      <p:childTnLst>
                        <p:par>
                          <p:cTn id="13" fill="hold">
                            <p:stCondLst>
                              <p:cond delay="0"/>
                            </p:stCondLst>
                            <p:childTnLst>
                              <p:par>
                                <p:cTn id="14" presetID="26" presetClass="emph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15" dur="500" tmFilter="0, 0; .2, .5; .8, .5; 1, 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  <p:animScale>
                                      <p:cBhvr>
                                        <p:cTn id="16" dur="250" autoRev="1" fill="hold"/>
                                        <p:tgtEl>
                                          <p:spTgt spid="7"/>
                                        </p:tgtEl>
                                      </p:cBhvr>
                                      <p:by x="105000" y="105000"/>
                                    </p:animScale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13"/>
                  </p:tgtEl>
                </p:cond>
              </p:nextCondLst>
            </p:seq>
            <p:seq concurrent="1" nextAc="seek">
              <p:cTn id="17" restart="whenNotActive" fill="hold" evtFilter="cancelBubble" nodeType="interactiveSeq">
                <p:stCondLst>
                  <p:cond evt="onClick" delay="0">
                    <p:tgtEl>
                      <p:spTgt spid="7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18" fill="hold">
                      <p:stCondLst>
                        <p:cond delay="0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0" presetClass="path" presetSubtype="0" accel="50000" decel="5000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-0.02565 -0.68982 C -0.02565 -0.68912 -0.06042 -0.56713 -0.05234 -0.39862 C -0.04518 -0.23102 0.03372 0.2787 0.01862 0.32013 C 0.01354 0.33333 0.01081 0.35138 0.00625 0.36805 C 0.05391 0.4875 0.12539 0.39629 0.08581 0.46458 C 0.08477 0.47152 0.03008 0.58773 0.03086 0.59606 C 0.0349 0.63912 0.10794 0.58495 0.11602 0.61342 C 0.10625 0.6537 0.06172 0.69259 0.07096 0.7368 C 0.07682 0.76851 0.09297 0.8074 0.09961 0.83865 C 0.09518 0.86157 0.10026 0.96319 0.09701 0.9875 C 0.09557 0.99652 0.03828 0.92638 0.03828 0.92708 C -0.01628 0.84467 -0.08984 1.10879 -0.14635 1.02638 " pathEditMode="relative" rAng="0" ptsTypes="AAAAAAAAAAAA">
                                      <p:cBhvr>
                                        <p:cTn id="21" dur="2000" fill="hold"/>
                                        <p:tgtEl>
                                          <p:spTgt spid="13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  <p:rCtr x="1055" y="86620"/>
                                    </p:animMotion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2" fill="hold">
                            <p:stCondLst>
                              <p:cond delay="2000"/>
                            </p:stCondLst>
                            <p:childTnLst>
                              <p:par>
                                <p:cTn id="23" presetID="35" presetClass="path" presetSubtype="0" accel="50000" decel="5000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1.875E-6 2.96296E-6 L -1.31862 -0.0125 " pathEditMode="relative" rAng="0" ptsTypes="AA">
                                      <p:cBhvr>
                                        <p:cTn id="24" dur="1500" fill="hold"/>
                                        <p:tgtEl>
                                          <p:spTgt spid="14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  <p:rCtr x="-65938" y="-625"/>
                                    </p:animMotion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7"/>
                  </p:tgtEl>
                </p:cond>
              </p:nextCondLst>
            </p:seq>
          </p:childTnLst>
        </p:cTn>
      </p:par>
    </p:tnLst>
  </p:timing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Рисунок 4">
            <a:extLst>
              <a:ext uri="{FF2B5EF4-FFF2-40B4-BE49-F238E27FC236}">
                <a16:creationId xmlns:a16="http://schemas.microsoft.com/office/drawing/2014/main" id="{78F2C93D-9E7D-459E-A2B6-DF530B8C8E5E}"/>
              </a:ext>
            </a:extLst>
          </p:cNvPr>
          <p:cNvPicPr>
            <a:picLocks noChangeAspect="1"/>
          </p:cNvPicPr>
          <p:nvPr/>
        </p:nvPicPr>
        <p:blipFill rotWithShape="1">
          <a:blip r:embed="rId2"/>
          <a:srcRect l="2420" b="646"/>
          <a:stretch/>
        </p:blipFill>
        <p:spPr>
          <a:xfrm rot="16200000">
            <a:off x="2626049" y="-2626048"/>
            <a:ext cx="6939905" cy="12192001"/>
          </a:xfrm>
          <a:prstGeom prst="rect">
            <a:avLst/>
          </a:prstGeom>
        </p:spPr>
      </p:pic>
      <p:pic>
        <p:nvPicPr>
          <p:cNvPr id="7" name="4 9">
            <a:extLst>
              <a:ext uri="{FF2B5EF4-FFF2-40B4-BE49-F238E27FC236}">
                <a16:creationId xmlns:a16="http://schemas.microsoft.com/office/drawing/2014/main" id="{BB667317-D153-487C-9C79-DFBB193E6F8C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 rot="20406279">
            <a:off x="10530924" y="1447802"/>
            <a:ext cx="715993" cy="1308099"/>
          </a:xfrm>
          <a:prstGeom prst="rect">
            <a:avLst/>
          </a:prstGeom>
        </p:spPr>
      </p:pic>
      <p:pic>
        <p:nvPicPr>
          <p:cNvPr id="9" name="2 9">
            <a:extLst>
              <a:ext uri="{FF2B5EF4-FFF2-40B4-BE49-F238E27FC236}">
                <a16:creationId xmlns:a16="http://schemas.microsoft.com/office/drawing/2014/main" id="{58E9ECD6-28C1-48B1-9E0B-36541D491EF4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9548" y="2236796"/>
            <a:ext cx="684326" cy="1203791"/>
          </a:xfrm>
          <a:prstGeom prst="rect">
            <a:avLst/>
          </a:prstGeom>
        </p:spPr>
      </p:pic>
      <p:pic>
        <p:nvPicPr>
          <p:cNvPr id="10" name="Нижняя панель">
            <a:extLst>
              <a:ext uri="{FF2B5EF4-FFF2-40B4-BE49-F238E27FC236}">
                <a16:creationId xmlns:a16="http://schemas.microsoft.com/office/drawing/2014/main" id="{AE0850BE-CAB0-44FB-A1BD-EBD9B2ABF21D}"/>
              </a:ext>
            </a:extLst>
          </p:cNvPr>
          <p:cNvPicPr>
            <a:picLocks noChangeAspect="1"/>
          </p:cNvPicPr>
          <p:nvPr/>
        </p:nvPicPr>
        <p:blipFill rotWithShape="1"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1320" r="1235"/>
          <a:stretch/>
        </p:blipFill>
        <p:spPr>
          <a:xfrm>
            <a:off x="0" y="5855782"/>
            <a:ext cx="12192000" cy="1084123"/>
          </a:xfrm>
          <a:prstGeom prst="rect">
            <a:avLst/>
          </a:prstGeom>
          <a:solidFill>
            <a:srgbClr val="424F50"/>
          </a:solidFill>
        </p:spPr>
      </p:pic>
      <p:pic>
        <p:nvPicPr>
          <p:cNvPr id="11" name="Вперед (кнопка)">
            <a:hlinkClick r:id="rId6" action="ppaction://hlinksldjump"/>
            <a:extLst>
              <a:ext uri="{FF2B5EF4-FFF2-40B4-BE49-F238E27FC236}">
                <a16:creationId xmlns:a16="http://schemas.microsoft.com/office/drawing/2014/main" id="{0BB0B2DE-1500-44BE-8058-E91540248018}"/>
              </a:ext>
            </a:extLst>
          </p:cNvPr>
          <p:cNvPicPr>
            <a:picLocks noChangeAspect="1"/>
          </p:cNvPicPr>
          <p:nvPr/>
        </p:nvPicPr>
        <p:blipFill>
          <a:blip r:embed="rId7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883378" y="6017480"/>
            <a:ext cx="1957597" cy="760725"/>
          </a:xfrm>
          <a:prstGeom prst="rect">
            <a:avLst/>
          </a:prstGeom>
          <a:solidFill>
            <a:schemeClr val="accent2">
              <a:lumMod val="50000"/>
            </a:schemeClr>
          </a:solidFill>
        </p:spPr>
      </p:pic>
      <p:pic>
        <p:nvPicPr>
          <p:cNvPr id="12" name="Рисунок 11">
            <a:extLst>
              <a:ext uri="{FF2B5EF4-FFF2-40B4-BE49-F238E27FC236}">
                <a16:creationId xmlns:a16="http://schemas.microsoft.com/office/drawing/2014/main" id="{DC90EFA7-EB60-4823-A65A-54C9E41909ED}"/>
              </a:ext>
            </a:extLst>
          </p:cNvPr>
          <p:cNvPicPr>
            <a:picLocks noChangeAspect="1"/>
          </p:cNvPicPr>
          <p:nvPr/>
        </p:nvPicPr>
        <p:blipFill>
          <a:blip r:embed="rId8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883378" y="5897327"/>
            <a:ext cx="1957597" cy="960673"/>
          </a:xfrm>
          <a:prstGeom prst="rect">
            <a:avLst/>
          </a:prstGeom>
        </p:spPr>
      </p:pic>
      <p:pic>
        <p:nvPicPr>
          <p:cNvPr id="13" name="Рисунок 12">
            <a:extLst>
              <a:ext uri="{FF2B5EF4-FFF2-40B4-BE49-F238E27FC236}">
                <a16:creationId xmlns:a16="http://schemas.microsoft.com/office/drawing/2014/main" id="{28A5B64E-7817-4693-9A52-38BF7428A5F9}"/>
              </a:ext>
            </a:extLst>
          </p:cNvPr>
          <p:cNvPicPr>
            <a:picLocks noChangeAspect="1"/>
          </p:cNvPicPr>
          <p:nvPr/>
        </p:nvPicPr>
        <p:blipFill>
          <a:blip r:embed="rId9">
            <a:extLst>
              <a:ext uri="{BEBA8EAE-BF5A-486C-A8C5-ECC9F3942E4B}">
                <a14:imgProps xmlns:a14="http://schemas.microsoft.com/office/drawing/2010/main">
                  <a14:imgLayer r:embed="rId10">
                    <a14:imgEffect>
                      <a14:backgroundRemoval t="4263" b="99645" l="9742" r="89861">
                        <a14:foregroundMark x1="33400" y1="77265" x2="42147" y2="39964"/>
                        <a14:foregroundMark x1="42147" y1="39964" x2="47117" y2="55062"/>
                        <a14:foregroundMark x1="47117" y1="55062" x2="40557" y2="90409"/>
                        <a14:foregroundMark x1="40557" y1="90409" x2="49503" y2="99822"/>
                        <a14:foregroundMark x1="49503" y1="99822" x2="56859" y2="92895"/>
                        <a14:foregroundMark x1="56859" y1="92895" x2="61829" y2="59325"/>
                        <a14:foregroundMark x1="61829" y1="59325" x2="65010" y2="69272"/>
                        <a14:foregroundMark x1="65010" y1="69272" x2="69185" y2="53108"/>
                        <a14:foregroundMark x1="69185" y1="53108" x2="65209" y2="43872"/>
                        <a14:foregroundMark x1="65209" y1="43872" x2="50298" y2="29840"/>
                        <a14:foregroundMark x1="50298" y1="29840" x2="49901" y2="26998"/>
                        <a14:foregroundMark x1="50099" y1="47780" x2="54672" y2="46536"/>
                        <a14:foregroundMark x1="51292" y1="68561" x2="54473" y2="71581"/>
                        <a14:foregroundMark x1="49503" y1="95737" x2="57455" y2="91474"/>
                        <a14:foregroundMark x1="43539" y1="96448" x2="43539" y2="99822"/>
                        <a14:foregroundMark x1="52684" y1="98224" x2="52684" y2="98224"/>
                        <a14:foregroundMark x1="72565" y1="70160" x2="72565" y2="96270"/>
                        <a14:foregroundMark x1="82704" y1="6750" x2="82505" y2="99645"/>
                        <a14:foregroundMark x1="83101" y1="5329" x2="83101" y2="5329"/>
                        <a14:foregroundMark x1="83101" y1="5329" x2="83101" y2="6217"/>
                        <a14:foregroundMark x1="84294" y1="4263" x2="84294" y2="4263"/>
                        <a14:foregroundMark x1="26243" y1="16696" x2="26243" y2="16696"/>
                        <a14:foregroundMark x1="24453" y1="15631" x2="24453" y2="15631"/>
                        <a14:backgroundMark x1="32803" y1="7815" x2="32803" y2="7815"/>
                        <a14:backgroundMark x1="14314" y1="75666" x2="14314" y2="75666"/>
                        <a14:backgroundMark x1="86481" y1="21847" x2="86481" y2="21847"/>
                      </a14:backgroundRemoval>
                    </a14:imgEffect>
                  </a14:imgLayer>
                </a14:imgProps>
              </a:ext>
            </a:extLst>
          </a:blip>
          <a:stretch>
            <a:fillRect/>
          </a:stretch>
        </p:blipFill>
        <p:spPr>
          <a:xfrm>
            <a:off x="-2542098" y="-5762108"/>
            <a:ext cx="4791744" cy="5363323"/>
          </a:xfrm>
          <a:prstGeom prst="rect">
            <a:avLst/>
          </a:prstGeom>
        </p:spPr>
      </p:pic>
      <p:pic>
        <p:nvPicPr>
          <p:cNvPr id="14" name="Рисунок 13">
            <a:extLst>
              <a:ext uri="{FF2B5EF4-FFF2-40B4-BE49-F238E27FC236}">
                <a16:creationId xmlns:a16="http://schemas.microsoft.com/office/drawing/2014/main" id="{F98B0B0F-79D9-489D-8D69-1FA945711A43}"/>
              </a:ext>
            </a:extLst>
          </p:cNvPr>
          <p:cNvPicPr>
            <a:picLocks noChangeAspect="1"/>
          </p:cNvPicPr>
          <p:nvPr/>
        </p:nvPicPr>
        <p:blipFill>
          <a:blip r:embed="rId11">
            <a:extLst>
              <a:ext uri="{BEBA8EAE-BF5A-486C-A8C5-ECC9F3942E4B}">
                <a14:imgProps xmlns:a14="http://schemas.microsoft.com/office/drawing/2010/main">
                  <a14:imgLayer r:embed="rId12">
                    <a14:imgEffect>
                      <a14:backgroundRemoval t="2136" b="99199" l="2823" r="97984">
                        <a14:foregroundMark x1="31048" y1="19760" x2="31048" y2="19760"/>
                        <a14:foregroundMark x1="35484" y1="14686" x2="36694" y2="24700"/>
                        <a14:foregroundMark x1="36694" y1="24700" x2="38306" y2="23097"/>
                        <a14:foregroundMark x1="26815" y1="39920" x2="18145" y2="49933"/>
                        <a14:foregroundMark x1="18145" y1="49933" x2="3427" y2="53271"/>
                        <a14:foregroundMark x1="3427" y1="53271" x2="9677" y2="98264"/>
                        <a14:foregroundMark x1="9677" y1="98264" x2="44153" y2="97196"/>
                        <a14:foregroundMark x1="44153" y1="97196" x2="77419" y2="98665"/>
                        <a14:foregroundMark x1="77419" y1="98665" x2="96371" y2="94660"/>
                        <a14:foregroundMark x1="96371" y1="94660" x2="97984" y2="81842"/>
                        <a14:foregroundMark x1="97984" y1="81842" x2="77419" y2="71162"/>
                        <a14:foregroundMark x1="77419" y1="71162" x2="76411" y2="59680"/>
                        <a14:foregroundMark x1="76411" y1="59680" x2="59677" y2="54740"/>
                        <a14:foregroundMark x1="59677" y1="54740" x2="54435" y2="47130"/>
                        <a14:foregroundMark x1="28226" y1="52870" x2="30242" y2="71696"/>
                        <a14:foregroundMark x1="30242" y1="71696" x2="44758" y2="74366"/>
                        <a14:foregroundMark x1="44758" y1="74366" x2="59274" y2="87583"/>
                        <a14:foregroundMark x1="59274" y1="87583" x2="62903" y2="83311"/>
                        <a14:foregroundMark x1="75403" y1="91722" x2="31653" y2="87049"/>
                        <a14:foregroundMark x1="31653" y1="87049" x2="41331" y2="94393"/>
                        <a14:foregroundMark x1="41331" y1="94393" x2="5847" y2="97196"/>
                        <a14:foregroundMark x1="5847" y1="97196" x2="84476" y2="92657"/>
                        <a14:foregroundMark x1="84476" y1="92657" x2="48589" y2="95060"/>
                        <a14:foregroundMark x1="48589" y1="95060" x2="82863" y2="96529"/>
                        <a14:foregroundMark x1="82863" y1="96529" x2="45363" y2="96529"/>
                        <a14:foregroundMark x1="45363" y1="96529" x2="45363" y2="96395"/>
                        <a14:foregroundMark x1="2016" y1="61415" x2="2823" y2="93992"/>
                        <a14:foregroundMark x1="2823" y1="93992" x2="7661" y2="99199"/>
                        <a14:foregroundMark x1="26815" y1="21896" x2="38911" y2="14019"/>
                        <a14:foregroundMark x1="38911" y1="14019" x2="46371" y2="17223"/>
                        <a14:foregroundMark x1="42137" y1="13485" x2="56048" y2="20160"/>
                        <a14:foregroundMark x1="56048" y1="20160" x2="53629" y2="22029"/>
                        <a14:foregroundMark x1="48790" y1="11482" x2="61895" y2="18158"/>
                        <a14:foregroundMark x1="61895" y1="18158" x2="60685" y2="19226"/>
                        <a14:foregroundMark x1="51008" y1="9613" x2="69758" y2="17757"/>
                        <a14:foregroundMark x1="69758" y1="17757" x2="68548" y2="19359"/>
                        <a14:foregroundMark x1="54435" y1="8278" x2="76815" y2="18158"/>
                        <a14:foregroundMark x1="76815" y1="18158" x2="74194" y2="20961"/>
                        <a14:foregroundMark x1="52218" y1="25634" x2="52218" y2="25634"/>
                        <a14:foregroundMark x1="53226" y1="26702" x2="53226" y2="26702"/>
                        <a14:foregroundMark x1="63105" y1="46729" x2="63105" y2="46729"/>
                        <a14:foregroundMark x1="66331" y1="43391" x2="66331" y2="43391"/>
                        <a14:foregroundMark x1="54032" y1="5207" x2="35081" y2="6409"/>
                        <a14:foregroundMark x1="35081" y1="6409" x2="28427" y2="12417"/>
                        <a14:foregroundMark x1="29637" y1="7210" x2="43952" y2="2136"/>
                        <a14:foregroundMark x1="43952" y1="2136" x2="65927" y2="6943"/>
                        <a14:foregroundMark x1="61492" y1="52069" x2="61492" y2="52069"/>
                        <a14:foregroundMark x1="88105" y1="73298" x2="88105" y2="73298"/>
                        <a14:foregroundMark x1="91331" y1="73431" x2="91331" y2="73431"/>
                        <a14:foregroundMark x1="94960" y1="75434" x2="82056" y2="71295"/>
                        <a14:foregroundMark x1="82056" y1="71295" x2="82056" y2="71295"/>
                        <a14:foregroundMark x1="86290" y1="72363" x2="83065" y2="70895"/>
                        <a14:foregroundMark x1="77823" y1="66489" x2="82258" y2="60881"/>
                        <a14:foregroundMark x1="19153" y1="20027" x2="20363" y2="18959"/>
                        <a14:foregroundMark x1="77419" y1="36048" x2="77823" y2="29773"/>
                      </a14:backgroundRemoval>
                    </a14:imgEffect>
                  </a14:imgLayer>
                </a14:imgProps>
              </a:ext>
            </a:extLst>
          </a:blip>
          <a:stretch>
            <a:fillRect/>
          </a:stretch>
        </p:blipFill>
        <p:spPr>
          <a:xfrm>
            <a:off x="13527438" y="1536267"/>
            <a:ext cx="2332291" cy="352194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589295299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restart="whenNotActive" fill="hold" evtFilter="cancelBubble" nodeType="interactiveSeq">
                <p:stCondLst>
                  <p:cond evt="onClick" delay="0">
                    <p:tgtEl>
                      <p:spTgt spid="9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3" fill="hold">
                      <p:stCondLst>
                        <p:cond delay="0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xit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6" dur="5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7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8" presetID="10" presetClass="exit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9" dur="50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9"/>
                  </p:tgtEl>
                </p:cond>
              </p:nextCondLst>
            </p:seq>
            <p:seq concurrent="1" nextAc="seek">
              <p:cTn id="11" restart="whenNotActive" fill="hold" evtFilter="cancelBubble" nodeType="interactiveSeq">
                <p:stCondLst>
                  <p:cond evt="onClick" delay="0">
                    <p:tgtEl>
                      <p:spTgt spid="13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12" fill="hold">
                      <p:stCondLst>
                        <p:cond delay="0"/>
                      </p:stCondLst>
                      <p:childTnLst>
                        <p:par>
                          <p:cTn id="13" fill="hold">
                            <p:stCondLst>
                              <p:cond delay="0"/>
                            </p:stCondLst>
                            <p:childTnLst>
                              <p:par>
                                <p:cTn id="14" presetID="26" presetClass="emph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15" dur="500" tmFilter="0, 0; .2, .5; .8, .5; 1, 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  <p:animScale>
                                      <p:cBhvr>
                                        <p:cTn id="16" dur="250" autoRev="1" fill="hold"/>
                                        <p:tgtEl>
                                          <p:spTgt spid="7"/>
                                        </p:tgtEl>
                                      </p:cBhvr>
                                      <p:by x="105000" y="105000"/>
                                    </p:animScale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13"/>
                  </p:tgtEl>
                </p:cond>
              </p:nextCondLst>
            </p:seq>
            <p:seq concurrent="1" nextAc="seek">
              <p:cTn id="17" restart="whenNotActive" fill="hold" evtFilter="cancelBubble" nodeType="interactiveSeq">
                <p:stCondLst>
                  <p:cond evt="onClick" delay="0">
                    <p:tgtEl>
                      <p:spTgt spid="7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18" fill="hold">
                      <p:stCondLst>
                        <p:cond delay="0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0" presetClass="path" presetSubtype="0" accel="50000" decel="5000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-0.02565 -0.68982 C -0.02565 -0.68912 -0.06042 -0.56713 -0.05234 -0.39862 C -0.04518 -0.23102 0.03372 0.2787 0.01862 0.32013 C 0.01354 0.33333 0.01081 0.35138 0.00625 0.36805 C 0.05391 0.4875 0.12539 0.39629 0.08581 0.46458 C 0.08477 0.47152 0.03008 0.58773 0.03086 0.59606 C 0.0349 0.63912 0.10794 0.58495 0.11602 0.61342 C 0.10625 0.6537 0.06172 0.69259 0.07096 0.7368 C 0.07682 0.76851 0.09297 0.8074 0.09961 0.83865 C 0.09518 0.86157 0.10026 0.96319 0.09701 0.9875 C 0.09557 0.99652 0.03828 0.92638 0.03828 0.92708 C -0.01628 0.84467 -0.08984 1.10879 -0.14635 1.02638 " pathEditMode="relative" rAng="0" ptsTypes="AAAAAAAAAAAA">
                                      <p:cBhvr>
                                        <p:cTn id="21" dur="2000" fill="hold"/>
                                        <p:tgtEl>
                                          <p:spTgt spid="13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  <p:rCtr x="1055" y="86620"/>
                                    </p:animMotion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2" fill="hold">
                            <p:stCondLst>
                              <p:cond delay="2000"/>
                            </p:stCondLst>
                            <p:childTnLst>
                              <p:par>
                                <p:cTn id="23" presetID="35" presetClass="path" presetSubtype="0" accel="50000" decel="5000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1.875E-6 2.96296E-6 L -1.31862 -0.0125 " pathEditMode="relative" rAng="0" ptsTypes="AA">
                                      <p:cBhvr>
                                        <p:cTn id="24" dur="1500" fill="hold"/>
                                        <p:tgtEl>
                                          <p:spTgt spid="14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  <p:rCtr x="-65938" y="-625"/>
                                    </p:animMotion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7"/>
                  </p:tgtEl>
                </p:cond>
              </p:nextCondLst>
            </p:seq>
          </p:childTnLst>
        </p:cTn>
      </p:par>
    </p:tnLst>
  </p:timing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Рисунок 2">
            <a:extLst>
              <a:ext uri="{FF2B5EF4-FFF2-40B4-BE49-F238E27FC236}">
                <a16:creationId xmlns:a16="http://schemas.microsoft.com/office/drawing/2014/main" id="{5DF2C948-1CB1-4EDB-BD05-67A0F082774D}"/>
              </a:ext>
            </a:extLst>
          </p:cNvPr>
          <p:cNvPicPr>
            <a:picLocks noChangeAspect="1"/>
          </p:cNvPicPr>
          <p:nvPr/>
        </p:nvPicPr>
        <p:blipFill rotWithShape="1">
          <a:blip r:embed="rId2"/>
          <a:srcRect l="720" r="718" b="6341"/>
          <a:stretch/>
        </p:blipFill>
        <p:spPr>
          <a:xfrm>
            <a:off x="-153" y="0"/>
            <a:ext cx="12192154" cy="6858000"/>
          </a:xfrm>
          <a:prstGeom prst="rect">
            <a:avLst/>
          </a:prstGeom>
        </p:spPr>
      </p:pic>
      <p:pic>
        <p:nvPicPr>
          <p:cNvPr id="6" name="1 10">
            <a:extLst>
              <a:ext uri="{FF2B5EF4-FFF2-40B4-BE49-F238E27FC236}">
                <a16:creationId xmlns:a16="http://schemas.microsoft.com/office/drawing/2014/main" id="{BBB7CC15-342B-48C4-BB51-DDE494B1F3FB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0862176" y="3133352"/>
            <a:ext cx="790660" cy="1375147"/>
          </a:xfrm>
          <a:prstGeom prst="rect">
            <a:avLst/>
          </a:prstGeom>
        </p:spPr>
      </p:pic>
      <p:pic>
        <p:nvPicPr>
          <p:cNvPr id="7" name="шут 10">
            <a:extLst>
              <a:ext uri="{FF2B5EF4-FFF2-40B4-BE49-F238E27FC236}">
                <a16:creationId xmlns:a16="http://schemas.microsoft.com/office/drawing/2014/main" id="{A933BAB9-22A4-4FF7-9F3B-B1B0B0B986CD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967329" y="3649777"/>
            <a:ext cx="928271" cy="1637589"/>
          </a:xfrm>
          <a:prstGeom prst="rect">
            <a:avLst/>
          </a:prstGeom>
        </p:spPr>
      </p:pic>
      <p:pic>
        <p:nvPicPr>
          <p:cNvPr id="8" name="Нижняя панель">
            <a:extLst>
              <a:ext uri="{FF2B5EF4-FFF2-40B4-BE49-F238E27FC236}">
                <a16:creationId xmlns:a16="http://schemas.microsoft.com/office/drawing/2014/main" id="{0ED809BC-5CF9-41E0-BBB2-24EDBDCBA43B}"/>
              </a:ext>
            </a:extLst>
          </p:cNvPr>
          <p:cNvPicPr>
            <a:picLocks noChangeAspect="1"/>
          </p:cNvPicPr>
          <p:nvPr/>
        </p:nvPicPr>
        <p:blipFill rotWithShape="1"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1320" r="1235"/>
          <a:stretch/>
        </p:blipFill>
        <p:spPr>
          <a:xfrm>
            <a:off x="-153" y="5855780"/>
            <a:ext cx="12192000" cy="1084123"/>
          </a:xfrm>
          <a:prstGeom prst="rect">
            <a:avLst/>
          </a:prstGeom>
          <a:solidFill>
            <a:srgbClr val="424F50"/>
          </a:solidFill>
        </p:spPr>
      </p:pic>
      <p:pic>
        <p:nvPicPr>
          <p:cNvPr id="9" name="Вперед (кнопка)">
            <a:hlinkClick r:id="rId6" action="ppaction://hlinksldjump"/>
            <a:extLst>
              <a:ext uri="{FF2B5EF4-FFF2-40B4-BE49-F238E27FC236}">
                <a16:creationId xmlns:a16="http://schemas.microsoft.com/office/drawing/2014/main" id="{34002B6A-4775-4C4D-9719-BF6900F50117}"/>
              </a:ext>
            </a:extLst>
          </p:cNvPr>
          <p:cNvPicPr>
            <a:picLocks noChangeAspect="1"/>
          </p:cNvPicPr>
          <p:nvPr/>
        </p:nvPicPr>
        <p:blipFill>
          <a:blip r:embed="rId7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883378" y="6017480"/>
            <a:ext cx="1957597" cy="760725"/>
          </a:xfrm>
          <a:prstGeom prst="rect">
            <a:avLst/>
          </a:prstGeom>
          <a:solidFill>
            <a:schemeClr val="accent2">
              <a:lumMod val="50000"/>
            </a:schemeClr>
          </a:solidFill>
        </p:spPr>
      </p:pic>
      <p:pic>
        <p:nvPicPr>
          <p:cNvPr id="10" name="Рисунок 9">
            <a:extLst>
              <a:ext uri="{FF2B5EF4-FFF2-40B4-BE49-F238E27FC236}">
                <a16:creationId xmlns:a16="http://schemas.microsoft.com/office/drawing/2014/main" id="{19DE2911-46B2-40E3-BB1D-8EFF00D4A4B8}"/>
              </a:ext>
            </a:extLst>
          </p:cNvPr>
          <p:cNvPicPr>
            <a:picLocks noChangeAspect="1"/>
          </p:cNvPicPr>
          <p:nvPr/>
        </p:nvPicPr>
        <p:blipFill>
          <a:blip r:embed="rId8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883378" y="5897327"/>
            <a:ext cx="1957597" cy="960673"/>
          </a:xfrm>
          <a:prstGeom prst="rect">
            <a:avLst/>
          </a:prstGeom>
        </p:spPr>
      </p:pic>
      <p:pic>
        <p:nvPicPr>
          <p:cNvPr id="11" name="Рисунок 10">
            <a:extLst>
              <a:ext uri="{FF2B5EF4-FFF2-40B4-BE49-F238E27FC236}">
                <a16:creationId xmlns:a16="http://schemas.microsoft.com/office/drawing/2014/main" id="{19722FD2-E6FF-4B8E-BA54-C99937F39DA1}"/>
              </a:ext>
            </a:extLst>
          </p:cNvPr>
          <p:cNvPicPr>
            <a:picLocks noChangeAspect="1"/>
          </p:cNvPicPr>
          <p:nvPr/>
        </p:nvPicPr>
        <p:blipFill>
          <a:blip r:embed="rId9">
            <a:extLst>
              <a:ext uri="{BEBA8EAE-BF5A-486C-A8C5-ECC9F3942E4B}">
                <a14:imgProps xmlns:a14="http://schemas.microsoft.com/office/drawing/2010/main">
                  <a14:imgLayer r:embed="rId10">
                    <a14:imgEffect>
                      <a14:backgroundRemoval t="4263" b="99645" l="9742" r="89861">
                        <a14:foregroundMark x1="33400" y1="77265" x2="42147" y2="39964"/>
                        <a14:foregroundMark x1="42147" y1="39964" x2="47117" y2="55062"/>
                        <a14:foregroundMark x1="47117" y1="55062" x2="40557" y2="90409"/>
                        <a14:foregroundMark x1="40557" y1="90409" x2="49503" y2="99822"/>
                        <a14:foregroundMark x1="49503" y1="99822" x2="56859" y2="92895"/>
                        <a14:foregroundMark x1="56859" y1="92895" x2="61829" y2="59325"/>
                        <a14:foregroundMark x1="61829" y1="59325" x2="65010" y2="69272"/>
                        <a14:foregroundMark x1="65010" y1="69272" x2="69185" y2="53108"/>
                        <a14:foregroundMark x1="69185" y1="53108" x2="65209" y2="43872"/>
                        <a14:foregroundMark x1="65209" y1="43872" x2="50298" y2="29840"/>
                        <a14:foregroundMark x1="50298" y1="29840" x2="49901" y2="26998"/>
                        <a14:foregroundMark x1="50099" y1="47780" x2="54672" y2="46536"/>
                        <a14:foregroundMark x1="51292" y1="68561" x2="54473" y2="71581"/>
                        <a14:foregroundMark x1="49503" y1="95737" x2="57455" y2="91474"/>
                        <a14:foregroundMark x1="43539" y1="96448" x2="43539" y2="99822"/>
                        <a14:foregroundMark x1="52684" y1="98224" x2="52684" y2="98224"/>
                        <a14:foregroundMark x1="72565" y1="70160" x2="72565" y2="96270"/>
                        <a14:foregroundMark x1="82704" y1="6750" x2="82505" y2="99645"/>
                        <a14:foregroundMark x1="83101" y1="5329" x2="83101" y2="5329"/>
                        <a14:foregroundMark x1="83101" y1="5329" x2="83101" y2="6217"/>
                        <a14:foregroundMark x1="84294" y1="4263" x2="84294" y2="4263"/>
                        <a14:foregroundMark x1="26243" y1="16696" x2="26243" y2="16696"/>
                        <a14:foregroundMark x1="24453" y1="15631" x2="24453" y2="15631"/>
                        <a14:backgroundMark x1="32803" y1="7815" x2="32803" y2="7815"/>
                        <a14:backgroundMark x1="14314" y1="75666" x2="14314" y2="75666"/>
                        <a14:backgroundMark x1="86481" y1="21847" x2="86481" y2="21847"/>
                      </a14:backgroundRemoval>
                    </a14:imgEffect>
                  </a14:imgLayer>
                </a14:imgProps>
              </a:ext>
            </a:extLst>
          </a:blip>
          <a:stretch>
            <a:fillRect/>
          </a:stretch>
        </p:blipFill>
        <p:spPr>
          <a:xfrm>
            <a:off x="-2542098" y="-5762108"/>
            <a:ext cx="4791744" cy="5363323"/>
          </a:xfrm>
          <a:prstGeom prst="rect">
            <a:avLst/>
          </a:prstGeom>
        </p:spPr>
      </p:pic>
      <p:pic>
        <p:nvPicPr>
          <p:cNvPr id="12" name="Рисунок 11">
            <a:extLst>
              <a:ext uri="{FF2B5EF4-FFF2-40B4-BE49-F238E27FC236}">
                <a16:creationId xmlns:a16="http://schemas.microsoft.com/office/drawing/2014/main" id="{569303E6-1986-4675-80A9-2B09130093FD}"/>
              </a:ext>
            </a:extLst>
          </p:cNvPr>
          <p:cNvPicPr>
            <a:picLocks noChangeAspect="1"/>
          </p:cNvPicPr>
          <p:nvPr/>
        </p:nvPicPr>
        <p:blipFill>
          <a:blip r:embed="rId11">
            <a:extLst>
              <a:ext uri="{BEBA8EAE-BF5A-486C-A8C5-ECC9F3942E4B}">
                <a14:imgProps xmlns:a14="http://schemas.microsoft.com/office/drawing/2010/main">
                  <a14:imgLayer r:embed="rId12">
                    <a14:imgEffect>
                      <a14:backgroundRemoval t="2136" b="99199" l="2823" r="97984">
                        <a14:foregroundMark x1="31048" y1="19760" x2="31048" y2="19760"/>
                        <a14:foregroundMark x1="35484" y1="14686" x2="36694" y2="24700"/>
                        <a14:foregroundMark x1="36694" y1="24700" x2="38306" y2="23097"/>
                        <a14:foregroundMark x1="26815" y1="39920" x2="18145" y2="49933"/>
                        <a14:foregroundMark x1="18145" y1="49933" x2="3427" y2="53271"/>
                        <a14:foregroundMark x1="3427" y1="53271" x2="9677" y2="98264"/>
                        <a14:foregroundMark x1="9677" y1="98264" x2="44153" y2="97196"/>
                        <a14:foregroundMark x1="44153" y1="97196" x2="77419" y2="98665"/>
                        <a14:foregroundMark x1="77419" y1="98665" x2="96371" y2="94660"/>
                        <a14:foregroundMark x1="96371" y1="94660" x2="97984" y2="81842"/>
                        <a14:foregroundMark x1="97984" y1="81842" x2="77419" y2="71162"/>
                        <a14:foregroundMark x1="77419" y1="71162" x2="76411" y2="59680"/>
                        <a14:foregroundMark x1="76411" y1="59680" x2="59677" y2="54740"/>
                        <a14:foregroundMark x1="59677" y1="54740" x2="54435" y2="47130"/>
                        <a14:foregroundMark x1="28226" y1="52870" x2="30242" y2="71696"/>
                        <a14:foregroundMark x1="30242" y1="71696" x2="44758" y2="74366"/>
                        <a14:foregroundMark x1="44758" y1="74366" x2="59274" y2="87583"/>
                        <a14:foregroundMark x1="59274" y1="87583" x2="62903" y2="83311"/>
                        <a14:foregroundMark x1="75403" y1="91722" x2="31653" y2="87049"/>
                        <a14:foregroundMark x1="31653" y1="87049" x2="41331" y2="94393"/>
                        <a14:foregroundMark x1="41331" y1="94393" x2="5847" y2="97196"/>
                        <a14:foregroundMark x1="5847" y1="97196" x2="84476" y2="92657"/>
                        <a14:foregroundMark x1="84476" y1="92657" x2="48589" y2="95060"/>
                        <a14:foregroundMark x1="48589" y1="95060" x2="82863" y2="96529"/>
                        <a14:foregroundMark x1="82863" y1="96529" x2="45363" y2="96529"/>
                        <a14:foregroundMark x1="45363" y1="96529" x2="45363" y2="96395"/>
                        <a14:foregroundMark x1="2016" y1="61415" x2="2823" y2="93992"/>
                        <a14:foregroundMark x1="2823" y1="93992" x2="7661" y2="99199"/>
                        <a14:foregroundMark x1="26815" y1="21896" x2="38911" y2="14019"/>
                        <a14:foregroundMark x1="38911" y1="14019" x2="46371" y2="17223"/>
                        <a14:foregroundMark x1="42137" y1="13485" x2="56048" y2="20160"/>
                        <a14:foregroundMark x1="56048" y1="20160" x2="53629" y2="22029"/>
                        <a14:foregroundMark x1="48790" y1="11482" x2="61895" y2="18158"/>
                        <a14:foregroundMark x1="61895" y1="18158" x2="60685" y2="19226"/>
                        <a14:foregroundMark x1="51008" y1="9613" x2="69758" y2="17757"/>
                        <a14:foregroundMark x1="69758" y1="17757" x2="68548" y2="19359"/>
                        <a14:foregroundMark x1="54435" y1="8278" x2="76815" y2="18158"/>
                        <a14:foregroundMark x1="76815" y1="18158" x2="74194" y2="20961"/>
                        <a14:foregroundMark x1="52218" y1="25634" x2="52218" y2="25634"/>
                        <a14:foregroundMark x1="53226" y1="26702" x2="53226" y2="26702"/>
                        <a14:foregroundMark x1="63105" y1="46729" x2="63105" y2="46729"/>
                        <a14:foregroundMark x1="66331" y1="43391" x2="66331" y2="43391"/>
                        <a14:foregroundMark x1="54032" y1="5207" x2="35081" y2="6409"/>
                        <a14:foregroundMark x1="35081" y1="6409" x2="28427" y2="12417"/>
                        <a14:foregroundMark x1="29637" y1="7210" x2="43952" y2="2136"/>
                        <a14:foregroundMark x1="43952" y1="2136" x2="65927" y2="6943"/>
                        <a14:foregroundMark x1="61492" y1="52069" x2="61492" y2="52069"/>
                        <a14:foregroundMark x1="88105" y1="73298" x2="88105" y2="73298"/>
                        <a14:foregroundMark x1="91331" y1="73431" x2="91331" y2="73431"/>
                        <a14:foregroundMark x1="94960" y1="75434" x2="82056" y2="71295"/>
                        <a14:foregroundMark x1="82056" y1="71295" x2="82056" y2="71295"/>
                        <a14:foregroundMark x1="86290" y1="72363" x2="83065" y2="70895"/>
                        <a14:foregroundMark x1="77823" y1="66489" x2="82258" y2="60881"/>
                        <a14:foregroundMark x1="19153" y1="20027" x2="20363" y2="18959"/>
                        <a14:foregroundMark x1="77419" y1="36048" x2="77823" y2="29773"/>
                      </a14:backgroundRemoval>
                    </a14:imgEffect>
                  </a14:imgLayer>
                </a14:imgProps>
              </a:ext>
            </a:extLst>
          </a:blip>
          <a:stretch>
            <a:fillRect/>
          </a:stretch>
        </p:blipFill>
        <p:spPr>
          <a:xfrm>
            <a:off x="13527438" y="1536267"/>
            <a:ext cx="2332291" cy="352194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12945066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xit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6" dur="50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7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xit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11" dur="5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  <p:seq concurrent="1" nextAc="seek">
              <p:cTn id="13" restart="whenNotActive" fill="hold" evtFilter="cancelBubble" nodeType="interactiveSeq">
                <p:stCondLst>
                  <p:cond evt="onClick" delay="0">
                    <p:tgtEl>
                      <p:spTgt spid="11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14" fill="hold">
                      <p:stCondLst>
                        <p:cond delay="indefinite"/>
                      </p:stCondLst>
                      <p:childTnLst>
                        <p:par>
                          <p:cTn id="15" fill="hold">
                            <p:stCondLst>
                              <p:cond delay="0"/>
                            </p:stCondLst>
                            <p:childTnLst>
                              <p:par>
                                <p:cTn id="16" presetID="26" presetClass="emph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17" dur="500" tmFilter="0, 0; .2, .5; .8, .5; 1, 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  <p:animScale>
                                      <p:cBhvr>
                                        <p:cTn id="18" dur="250" autoRev="1" fill="hold"/>
                                        <p:tgtEl>
                                          <p:spTgt spid="7"/>
                                        </p:tgtEl>
                                      </p:cBhvr>
                                      <p:by x="105000" y="105000"/>
                                    </p:animScale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11"/>
                  </p:tgtEl>
                </p:cond>
              </p:nextCondLst>
            </p:seq>
            <p:seq concurrent="1" nextAc="seek">
              <p:cTn id="19" restart="whenNotActive" fill="hold" evtFilter="cancelBubble" nodeType="interactiveSeq">
                <p:stCondLst>
                  <p:cond evt="onClick" delay="0">
                    <p:tgtEl>
                      <p:spTgt spid="7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20" fill="hold">
                      <p:stCondLst>
                        <p:cond delay="0"/>
                      </p:stCondLst>
                      <p:childTnLst>
                        <p:par>
                          <p:cTn id="21" fill="hold">
                            <p:stCondLst>
                              <p:cond delay="0"/>
                            </p:stCondLst>
                            <p:childTnLst>
                              <p:par>
                                <p:cTn id="22" presetID="0" presetClass="path" presetSubtype="0" accel="50000" decel="5000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-0.02565 -0.68982 C -0.02565 -0.68912 -0.06042 -0.56713 -0.05234 -0.39862 C -0.04518 -0.23102 0.03372 0.2787 0.01862 0.32013 C 0.01354 0.33333 0.01081 0.35138 0.00625 0.36805 C 0.05391 0.4875 0.12539 0.39629 0.08581 0.46458 C 0.08477 0.47152 0.03008 0.58773 0.03086 0.59606 C 0.0349 0.63912 0.10794 0.58495 0.11602 0.61342 C 0.10625 0.6537 0.06172 0.69259 0.07096 0.7368 C 0.07682 0.76851 0.09297 0.8074 0.09961 0.83865 C 0.09518 0.86157 0.10026 0.96319 0.09701 0.9875 C 0.09557 0.99652 0.03828 0.92638 0.03828 0.92708 C -0.01628 0.84467 -0.08984 1.10879 -0.14635 1.02638 " pathEditMode="relative" rAng="0" ptsTypes="AAAAAAAAAAAA">
                                      <p:cBhvr>
                                        <p:cTn id="23" dur="2000" fill="hold"/>
                                        <p:tgtEl>
                                          <p:spTgt spid="11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  <p:rCtr x="1055" y="86620"/>
                                    </p:animMotion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4" fill="hold">
                            <p:stCondLst>
                              <p:cond delay="2000"/>
                            </p:stCondLst>
                            <p:childTnLst>
                              <p:par>
                                <p:cTn id="25" presetID="35" presetClass="path" presetSubtype="0" accel="50000" decel="5000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1.875E-6 2.96296E-6 L -1.31862 -0.0125 " pathEditMode="relative" rAng="0" ptsTypes="AA">
                                      <p:cBhvr>
                                        <p:cTn id="26" dur="1500" fill="hold"/>
                                        <p:tgtEl>
                                          <p:spTgt spid="12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  <p:rCtr x="-65938" y="-625"/>
                                    </p:animMotion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7"/>
                  </p:tgtEl>
                </p:cond>
              </p:nextCondLst>
            </p:seq>
          </p:childTnLst>
        </p:cTn>
      </p:par>
    </p:tnLst>
  </p:timing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7" name="Рисунок 16">
            <a:extLst>
              <a:ext uri="{FF2B5EF4-FFF2-40B4-BE49-F238E27FC236}">
                <a16:creationId xmlns:a16="http://schemas.microsoft.com/office/drawing/2014/main" id="{10C10CAB-6099-4878-8737-F9AAA712BB52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716639" y="657679"/>
            <a:ext cx="2758415" cy="4866199"/>
          </a:xfrm>
          <a:prstGeom prst="rect">
            <a:avLst/>
          </a:prstGeom>
        </p:spPr>
      </p:pic>
      <p:sp>
        <p:nvSpPr>
          <p:cNvPr id="6" name="TextBox 5">
            <a:extLst>
              <a:ext uri="{FF2B5EF4-FFF2-40B4-BE49-F238E27FC236}">
                <a16:creationId xmlns:a16="http://schemas.microsoft.com/office/drawing/2014/main" id="{0CF66AA9-61F5-41A2-B195-7D011A31B78C}"/>
              </a:ext>
            </a:extLst>
          </p:cNvPr>
          <p:cNvSpPr txBox="1"/>
          <p:nvPr/>
        </p:nvSpPr>
        <p:spPr>
          <a:xfrm>
            <a:off x="1257300" y="158233"/>
            <a:ext cx="10200228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ru-RU" dirty="0">
                <a:latin typeface="Bahnschrift SemiCondensed" panose="020B0502040204020203" pitchFamily="34" charset="0"/>
              </a:rPr>
              <a:t>Моя карта тебе не досталась. Поскольку хранит в себе великую силу, способную, в шутку, уничтожить все. </a:t>
            </a:r>
          </a:p>
        </p:txBody>
      </p:sp>
      <p:pic>
        <p:nvPicPr>
          <p:cNvPr id="20" name="Нижняя панель">
            <a:extLst>
              <a:ext uri="{FF2B5EF4-FFF2-40B4-BE49-F238E27FC236}">
                <a16:creationId xmlns:a16="http://schemas.microsoft.com/office/drawing/2014/main" id="{137CDFEA-AF7D-443B-98AA-328CEC1A508F}"/>
              </a:ext>
            </a:extLst>
          </p:cNvPr>
          <p:cNvPicPr>
            <a:picLocks noChangeAspect="1"/>
          </p:cNvPicPr>
          <p:nvPr/>
        </p:nvPicPr>
        <p:blipFill rotWithShape="1"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1320" r="1235"/>
          <a:stretch/>
        </p:blipFill>
        <p:spPr>
          <a:xfrm>
            <a:off x="-153" y="5855780"/>
            <a:ext cx="12192000" cy="1084123"/>
          </a:xfrm>
          <a:prstGeom prst="rect">
            <a:avLst/>
          </a:prstGeom>
          <a:solidFill>
            <a:srgbClr val="424F50"/>
          </a:solidFill>
        </p:spPr>
      </p:pic>
      <p:pic>
        <p:nvPicPr>
          <p:cNvPr id="21" name="Вперед (кнопка)">
            <a:hlinkClick r:id="rId4" action="ppaction://hlinksldjump"/>
            <a:extLst>
              <a:ext uri="{FF2B5EF4-FFF2-40B4-BE49-F238E27FC236}">
                <a16:creationId xmlns:a16="http://schemas.microsoft.com/office/drawing/2014/main" id="{1560F677-A344-4C9B-B359-A5540DADA795}"/>
              </a:ext>
            </a:extLst>
          </p:cNvPr>
          <p:cNvPicPr>
            <a:picLocks noChangeAspect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883378" y="6017480"/>
            <a:ext cx="1957597" cy="760725"/>
          </a:xfrm>
          <a:prstGeom prst="rect">
            <a:avLst/>
          </a:prstGeom>
          <a:solidFill>
            <a:schemeClr val="accent2">
              <a:lumMod val="50000"/>
            </a:schemeClr>
          </a:solidFill>
        </p:spPr>
      </p:pic>
      <p:pic>
        <p:nvPicPr>
          <p:cNvPr id="23" name="Рисунок 22">
            <a:extLst>
              <a:ext uri="{FF2B5EF4-FFF2-40B4-BE49-F238E27FC236}">
                <a16:creationId xmlns:a16="http://schemas.microsoft.com/office/drawing/2014/main" id="{6CF77CA8-4DA7-46D2-900C-565584CDBDCC}"/>
              </a:ext>
            </a:extLst>
          </p:cNvPr>
          <p:cNvPicPr>
            <a:picLocks noChangeAspect="1"/>
          </p:cNvPicPr>
          <p:nvPr/>
        </p:nvPicPr>
        <p:blipFill>
          <a:blip r:embed="rId6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883378" y="5897327"/>
            <a:ext cx="1957597" cy="960673"/>
          </a:xfrm>
          <a:prstGeom prst="rect">
            <a:avLst/>
          </a:prstGeom>
        </p:spPr>
      </p:pic>
      <p:pic>
        <p:nvPicPr>
          <p:cNvPr id="12" name="Рисунок 11">
            <a:extLst>
              <a:ext uri="{FF2B5EF4-FFF2-40B4-BE49-F238E27FC236}">
                <a16:creationId xmlns:a16="http://schemas.microsoft.com/office/drawing/2014/main" id="{86849D2D-7330-4C1E-B24E-77B32C4E5926}"/>
              </a:ext>
            </a:extLst>
          </p:cNvPr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4680780" y="606257"/>
            <a:ext cx="3353268" cy="495572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524554507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xit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6" dur="50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7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Рисунок 3">
            <a:extLst>
              <a:ext uri="{FF2B5EF4-FFF2-40B4-BE49-F238E27FC236}">
                <a16:creationId xmlns:a16="http://schemas.microsoft.com/office/drawing/2014/main" id="{C92A400D-EC06-4CC8-A954-4E1051B4744E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222344" y="-498371"/>
            <a:ext cx="5959756" cy="721667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454663585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1" presetClass="entr" presetSubtype="2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heel(2)">
                                      <p:cBhvr>
                                        <p:cTn id="7" dur="20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theme/theme1.xml><?xml version="1.0" encoding="utf-8"?>
<a:theme xmlns:a="http://schemas.openxmlformats.org/drawingml/2006/main" name="Тема Office">
  <a:themeElements>
    <a:clrScheme name="Тема 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Тема 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Тема 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Office Theme</Template>
  <TotalTime>259</TotalTime>
  <Words>94</Words>
  <Application>Microsoft Office PowerPoint</Application>
  <PresentationFormat>Широкоэкранный</PresentationFormat>
  <Paragraphs>5</Paragraphs>
  <Slides>12</Slides>
  <Notes>0</Notes>
  <HiddenSlides>0</HiddenSlides>
  <MMClips>0</MMClips>
  <ScaleCrop>false</ScaleCrop>
  <HeadingPairs>
    <vt:vector size="6" baseType="variant">
      <vt:variant>
        <vt:lpstr>Использованные шрифты</vt:lpstr>
      </vt:variant>
      <vt:variant>
        <vt:i4>4</vt:i4>
      </vt:variant>
      <vt:variant>
        <vt:lpstr>Тема</vt:lpstr>
      </vt:variant>
      <vt:variant>
        <vt:i4>1</vt:i4>
      </vt:variant>
      <vt:variant>
        <vt:lpstr>Заголовки слайдов</vt:lpstr>
      </vt:variant>
      <vt:variant>
        <vt:i4>12</vt:i4>
      </vt:variant>
    </vt:vector>
  </HeadingPairs>
  <TitlesOfParts>
    <vt:vector size="17" baseType="lpstr">
      <vt:lpstr>Arial</vt:lpstr>
      <vt:lpstr>Bahnschrift SemiCondensed</vt:lpstr>
      <vt:lpstr>Calibri</vt:lpstr>
      <vt:lpstr>Calibri Light</vt:lpstr>
      <vt:lpstr>Тема Office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Презентация PowerPoint</dc:title>
  <dc:creator>242909072091-9</dc:creator>
  <cp:lastModifiedBy>242909072091-9</cp:lastModifiedBy>
  <cp:revision>28</cp:revision>
  <dcterms:created xsi:type="dcterms:W3CDTF">2025-12-05T13:00:04Z</dcterms:created>
  <dcterms:modified xsi:type="dcterms:W3CDTF">2025-12-10T07:02:58Z</dcterms:modified>
</cp:coreProperties>
</file>